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_rels/notesSlide32.xml.rels" ContentType="application/vnd.openxmlformats-package.relationships+xml"/>
  <Override PartName="/ppt/notesSlides/_rels/notesSlide19.xml.rels" ContentType="application/vnd.openxmlformats-package.relationships+xml"/>
  <Override PartName="/ppt/notesSlides/notesSlide19.xml" ContentType="application/vnd.openxmlformats-officedocument.presentationml.notesSlide+xml"/>
  <Override PartName="/ppt/notesSlides/notesSlide32.xml" ContentType="application/vnd.openxmlformats-officedocument.presentationml.notesSlide+xml"/>
  <Override PartName="/ppt/_rels/presentation.xml.rels" ContentType="application/vnd.openxmlformats-package.relationships+xml"/>
  <Override PartName="/ppt/media/image127.jpeg" ContentType="image/jpeg"/>
  <Override PartName="/ppt/media/image126.jpeg" ContentType="image/jpeg"/>
  <Override PartName="/ppt/media/image116.png" ContentType="image/png"/>
  <Override PartName="/ppt/media/image125.png" ContentType="image/png"/>
  <Override PartName="/ppt/media/image193.png" ContentType="image/png"/>
  <Override PartName="/ppt/media/image124.png" ContentType="image/png"/>
  <Override PartName="/ppt/media/image123.png" ContentType="image/png"/>
  <Override PartName="/ppt/media/image146.jpeg" ContentType="image/jpeg"/>
  <Override PartName="/ppt/media/image122.png" ContentType="image/png"/>
  <Override PartName="/ppt/media/image121.png" ContentType="image/png"/>
  <Override PartName="/ppt/media/image115.png" ContentType="image/png"/>
  <Override PartName="/ppt/media/image114.png" ContentType="image/png"/>
  <Override PartName="/ppt/media/image182.png" ContentType="image/png"/>
  <Override PartName="/ppt/media/image113.png" ContentType="image/png"/>
  <Override PartName="/ppt/media/image181.png" ContentType="image/png"/>
  <Override PartName="/ppt/media/image112.png" ContentType="image/png"/>
  <Override PartName="/ppt/media/image180.png" ContentType="image/png"/>
  <Override PartName="/ppt/media/image111.png" ContentType="image/png"/>
  <Override PartName="/ppt/media/image106.png" ContentType="image/png"/>
  <Override PartName="/ppt/media/image174.png" ContentType="image/png"/>
  <Override PartName="/ppt/media/image105.png" ContentType="image/png"/>
  <Override PartName="/ppt/media/image173.png" ContentType="image/png"/>
  <Override PartName="/ppt/media/image104.png" ContentType="image/png"/>
  <Override PartName="/ppt/media/image172.png" ContentType="image/png"/>
  <Override PartName="/ppt/media/image103.png" ContentType="image/png"/>
  <Override PartName="/ppt/media/image144.jpeg" ContentType="image/jpeg"/>
  <Override PartName="/ppt/media/image171.png" ContentType="image/png"/>
  <Override PartName="/ppt/media/image102.png" ContentType="image/png"/>
  <Override PartName="/ppt/media/image170.png" ContentType="image/png"/>
  <Override PartName="/ppt/media/image101.png" ContentType="image/png"/>
  <Override PartName="/ppt/media/image99.png" ContentType="image/png"/>
  <Override PartName="/ppt/media/image98.png" ContentType="image/png"/>
  <Override PartName="/ppt/media/image97.png" ContentType="image/png"/>
  <Override PartName="/ppt/media/image29.png" ContentType="image/png"/>
  <Override PartName="/ppt/media/image191.jpeg" ContentType="image/jpeg"/>
  <Override PartName="/ppt/media/image96.png" ContentType="image/png"/>
  <Override PartName="/ppt/media/image28.png" ContentType="image/png"/>
  <Override PartName="/ppt/media/image95.png" ContentType="image/png"/>
  <Override PartName="/ppt/media/image27.png" ContentType="image/png"/>
  <Override PartName="/ppt/media/image89.png" ContentType="image/png"/>
  <Override PartName="/ppt/media/image88.png" ContentType="image/png"/>
  <Override PartName="/ppt/media/image87.png" ContentType="image/png"/>
  <Override PartName="/ppt/media/image19.png" ContentType="image/png"/>
  <Override PartName="/ppt/media/image190.jpeg" ContentType="image/jpeg"/>
  <Override PartName="/ppt/media/image79.png" ContentType="image/png"/>
  <Override PartName="/ppt/media/image78.png" ContentType="image/png"/>
  <Override PartName="/ppt/media/image77.png" ContentType="image/png"/>
  <Override PartName="/ppt/media/image76.png" ContentType="image/png"/>
  <Override PartName="/ppt/media/image75.png" ContentType="image/png"/>
  <Override PartName="/ppt/media/image74.png" ContentType="image/png"/>
  <Override PartName="/ppt/media/image73.png" ContentType="image/png"/>
  <Override PartName="/ppt/media/image72.png" ContentType="image/png"/>
  <Override PartName="/ppt/media/image71.png" ContentType="image/png"/>
  <Override PartName="/ppt/media/image154.jpeg" ContentType="image/jpeg"/>
  <Override PartName="/ppt/media/image70.png" ContentType="image/png"/>
  <Override PartName="/ppt/media/image120.png" ContentType="image/png"/>
  <Override PartName="/ppt/media/image165.jpeg" ContentType="image/jpeg"/>
  <Override PartName="/ppt/media/image69.png" ContentType="image/png"/>
  <Override PartName="/ppt/media/image195.jpeg" ContentType="image/jpeg"/>
  <Override PartName="/ppt/media/image68.png" ContentType="image/png"/>
  <Override PartName="/ppt/media/image67.png" ContentType="image/png"/>
  <Override PartName="/ppt/media/image66.png" ContentType="image/png"/>
  <Override PartName="/ppt/media/image65.png" ContentType="image/png"/>
  <Override PartName="/ppt/media/image64.png" ContentType="image/png"/>
  <Override PartName="/ppt/media/image134.jpeg" ContentType="image/jpeg"/>
  <Override PartName="/ppt/media/image63.png" ContentType="image/png"/>
  <Override PartName="/ppt/media/image62.png" ContentType="image/png"/>
  <Override PartName="/ppt/media/image61.png" ContentType="image/png"/>
  <Override PartName="/ppt/media/image60.png" ContentType="image/png"/>
  <Override PartName="/ppt/media/image23.png" ContentType="image/png"/>
  <Override PartName="/ppt/media/image91.png" ContentType="image/png"/>
  <Override PartName="/ppt/media/image119.png" ContentType="image/png"/>
  <Override PartName="/ppt/media/image22.png" ContentType="image/png"/>
  <Override PartName="/ppt/media/image90.png" ContentType="image/png"/>
  <Override PartName="/ppt/media/image110.png" ContentType="image/png"/>
  <Override PartName="/ppt/media/image59.png" ContentType="image/png"/>
  <Override PartName="/ppt/media/image194.jpeg" ContentType="image/jpeg"/>
  <Override PartName="/ppt/media/image118.png" ContentType="image/png"/>
  <Override PartName="/ppt/media/image186.png" ContentType="image/png"/>
  <Override PartName="/ppt/media/image21.png" ContentType="image/png"/>
  <Override PartName="/ppt/media/image58.png" ContentType="image/png"/>
  <Override PartName="/ppt/media/image117.png" ContentType="image/png"/>
  <Override PartName="/ppt/media/image185.png" ContentType="image/png"/>
  <Override PartName="/ppt/media/image20.png" ContentType="image/png"/>
  <Override PartName="/ppt/media/image57.png" ContentType="image/png"/>
  <Override PartName="/ppt/media/image24.png" ContentType="image/png"/>
  <Override PartName="/ppt/media/image92.png" ContentType="image/png"/>
  <Override PartName="/ppt/media/image31.png" ContentType="image/png"/>
  <Override PartName="/ppt/media/image9.png" ContentType="image/png"/>
  <Override PartName="/ppt/media/image150.jpeg" ContentType="image/jpeg"/>
  <Override PartName="/ppt/media/image25.png" ContentType="image/png"/>
  <Override PartName="/ppt/media/image93.png" ContentType="image/png"/>
  <Override PartName="/ppt/media/image14.png" ContentType="image/png"/>
  <Override PartName="/ppt/media/image82.png" ContentType="image/png"/>
  <Override PartName="/ppt/media/image2.png" ContentType="image/png"/>
  <Override PartName="/ppt/media/image32.png" ContentType="image/png"/>
  <Override PartName="/ppt/media/image26.png" ContentType="image/png"/>
  <Override PartName="/ppt/media/image94.png" ContentType="image/png"/>
  <Override PartName="/ppt/media/image80.png" ContentType="image/png"/>
  <Override PartName="/ppt/media/image12.png" ContentType="image/png"/>
  <Override PartName="/ppt/media/image15.png" ContentType="image/png"/>
  <Override PartName="/ppt/media/image83.png" ContentType="image/png"/>
  <Override PartName="/ppt/media/image3.png" ContentType="image/png"/>
  <Override PartName="/ppt/media/image155.png" ContentType="image/png"/>
  <Override PartName="/ppt/media/image33.png" ContentType="image/png"/>
  <Override PartName="/ppt/media/image81.png" ContentType="image/png"/>
  <Override PartName="/ppt/media/image13.png" ContentType="image/png"/>
  <Override PartName="/ppt/media/image16.png" ContentType="image/png"/>
  <Override PartName="/ppt/media/image84.png" ContentType="image/png"/>
  <Override PartName="/ppt/media/image136.jpeg" ContentType="image/jpeg"/>
  <Override PartName="/ppt/media/image4.png" ContentType="image/png"/>
  <Override PartName="/ppt/media/image156.png" ContentType="image/png"/>
  <Override PartName="/ppt/media/image34.png" ContentType="image/png"/>
  <Override PartName="/ppt/media/image149.png" ContentType="image/png"/>
  <Override PartName="/ppt/media/image52.png" ContentType="image/png"/>
  <Override PartName="/ppt/media/image168.png" ContentType="image/png"/>
  <Override PartName="/ppt/media/image169.png" ContentType="image/png"/>
  <Override PartName="/ppt/media/image178.png" ContentType="image/png"/>
  <Override PartName="/ppt/media/image179.png" ContentType="image/png"/>
  <Override PartName="/ppt/media/image200.png" ContentType="image/png"/>
  <Override PartName="/ppt/media/image201.png" ContentType="image/png"/>
  <Override PartName="/ppt/media/image45.png" ContentType="image/png"/>
  <Override PartName="/ppt/media/image202.png" ContentType="image/png"/>
  <Override PartName="/ppt/media/image203.png" ContentType="image/png"/>
  <Override PartName="/ppt/media/image47.png" ContentType="image/png"/>
  <Override PartName="/ppt/media/image151.png" ContentType="image/png"/>
  <Override PartName="/ppt/media/image204.png" ContentType="image/png"/>
  <Override PartName="/ppt/media/image48.png" ContentType="image/png"/>
  <Override PartName="/ppt/media/image189.png" ContentType="image/png"/>
  <Override PartName="/ppt/media/image205.png" ContentType="image/png"/>
  <Override PartName="/ppt/media/image49.png" ContentType="image/png"/>
  <Override PartName="/ppt/media/image100.png" ContentType="image/png"/>
  <Override PartName="/ppt/media/image206.png" ContentType="image/png"/>
  <Override PartName="/ppt/media/image208.png" ContentType="image/png"/>
  <Override PartName="/ppt/media/image209.png" ContentType="image/png"/>
  <Override PartName="/ppt/media/image210.png" ContentType="image/png"/>
  <Override PartName="/ppt/media/image228.png" ContentType="image/png"/>
  <Override PartName="/ppt/media/image188.jpeg" ContentType="image/jpeg"/>
  <Override PartName="/ppt/media/image230.png" ContentType="image/png"/>
  <Override PartName="/ppt/media/image238.jpeg" ContentType="image/jpeg"/>
  <Override PartName="/ppt/media/image164.png" ContentType="image/png"/>
  <Override PartName="/ppt/media/image183.jpeg" ContentType="image/jpeg"/>
  <Override PartName="/ppt/media/image217.png" ContentType="image/png"/>
  <Override PartName="/ppt/media/image231.png" ContentType="image/png"/>
  <Override PartName="/ppt/media/image229.png" ContentType="image/png"/>
  <Override PartName="/ppt/media/image234.png" ContentType="image/png"/>
  <Override PartName="/ppt/media/image184.jpeg" ContentType="image/jpeg"/>
  <Override PartName="/ppt/media/image227.png" ContentType="image/png"/>
  <Override PartName="/ppt/media/image237.jpeg" ContentType="image/jpeg"/>
  <Override PartName="/ppt/media/image220.png" ContentType="image/png"/>
  <Override PartName="/ppt/media/image167.png" ContentType="image/png"/>
  <Override PartName="/ppt/media/image239.jpeg" ContentType="image/jpeg"/>
  <Override PartName="/ppt/media/image240.png" ContentType="image/png"/>
  <Override PartName="/ppt/media/image233.jpeg" ContentType="image/jpeg"/>
  <Override PartName="/ppt/media/image212.png" ContentType="image/png"/>
  <Override PartName="/ppt/media/image56.png" ContentType="image/png"/>
  <Override PartName="/ppt/media/image236.jpeg" ContentType="image/jpeg"/>
  <Override PartName="/ppt/media/image226.png" ContentType="image/png"/>
  <Override PartName="/ppt/media/image225.png" ContentType="image/png"/>
  <Override PartName="/ppt/media/image223.png" ContentType="image/png"/>
  <Override PartName="/ppt/media/image222.png" ContentType="image/png"/>
  <Override PartName="/ppt/media/image221.png" ContentType="image/png"/>
  <Override PartName="/ppt/media/image166.png" ContentType="image/png"/>
  <Override PartName="/ppt/media/image219.png" ContentType="image/png"/>
  <Override PartName="/ppt/media/image187.jpeg" ContentType="image/jpeg"/>
  <Override PartName="/ppt/media/image218.png" ContentType="image/png"/>
  <Override PartName="/ppt/media/image232.png" ContentType="image/png"/>
  <Override PartName="/ppt/media/image163.png" ContentType="image/png"/>
  <Override PartName="/ppt/media/image235.jpeg" ContentType="image/jpeg"/>
  <Override PartName="/ppt/media/image216.png" ContentType="image/png"/>
  <Override PartName="/ppt/media/image162.png" ContentType="image/png"/>
  <Override PartName="/ppt/media/image199.png" ContentType="image/png"/>
  <Override PartName="/ppt/media/image37.png" ContentType="image/png"/>
  <Override PartName="/ppt/media/image215.png" ContentType="image/png"/>
  <Override PartName="/ppt/media/image161.png" ContentType="image/png"/>
  <Override PartName="/ppt/media/image198.png" ContentType="image/png"/>
  <Override PartName="/ppt/media/image36.png" ContentType="image/png"/>
  <Override PartName="/ppt/media/image214.png" ContentType="image/png"/>
  <Override PartName="/ppt/media/image160.png" ContentType="image/png"/>
  <Override PartName="/ppt/media/image213.png" ContentType="image/png"/>
  <Override PartName="/ppt/media/image211.png" ContentType="image/png"/>
  <Override PartName="/ppt/media/image55.png" ContentType="image/png"/>
  <Override PartName="/ppt/media/image148.png" ContentType="image/png"/>
  <Override PartName="/ppt/media/image152.jpeg" ContentType="image/jpeg"/>
  <Override PartName="/ppt/media/image51.png" ContentType="image/png"/>
  <Override PartName="/ppt/media/image147.png" ContentType="image/png"/>
  <Override PartName="/ppt/media/image50.png" ContentType="image/png"/>
  <Override PartName="/ppt/media/image145.png" ContentType="image/png"/>
  <Override PartName="/ppt/media/image143.png" ContentType="image/png"/>
  <Override PartName="/ppt/media/image142.png" ContentType="image/png"/>
  <Override PartName="/ppt/media/image141.png" ContentType="image/png"/>
  <Override PartName="/ppt/media/image138.png" ContentType="image/png"/>
  <Override PartName="/ppt/media/image41.png" ContentType="image/png"/>
  <Override PartName="/ppt/media/image137.png" ContentType="image/png"/>
  <Override PartName="/ppt/media/image40.png" ContentType="image/png"/>
  <Override PartName="/ppt/media/image135.png" ContentType="image/png"/>
  <Override PartName="/ppt/media/image140.jpeg" ContentType="image/jpeg"/>
  <Override PartName="/ppt/media/image131.png" ContentType="image/png"/>
  <Override PartName="/ppt/media/image130.png" ContentType="image/png"/>
  <Override PartName="/ppt/media/image35.png" ContentType="image/png"/>
  <Override PartName="/ppt/media/image207.jpeg" ContentType="image/jpeg"/>
  <Override PartName="/ppt/media/image197.png" ContentType="image/png"/>
  <Override PartName="/ppt/media/image129.png" ContentType="image/png"/>
  <Override PartName="/ppt/media/image196.png" ContentType="image/png"/>
  <Override PartName="/ppt/media/image128.png" ContentType="image/png"/>
  <Override PartName="/ppt/media/image54.png" ContentType="image/png"/>
  <Override PartName="/ppt/media/image133.jpeg" ContentType="image/jpeg"/>
  <Override PartName="/ppt/media/image53.png" ContentType="image/png"/>
  <Override PartName="/ppt/media/image46.png" ContentType="image/png"/>
  <Override PartName="/ppt/media/image139.jpeg" ContentType="image/jpeg"/>
  <Override PartName="/ppt/media/image44.png" ContentType="image/png"/>
  <Override PartName="/ppt/media/image132.jpeg" ContentType="image/jpeg"/>
  <Override PartName="/ppt/media/image43.png" ContentType="image/png"/>
  <Override PartName="/ppt/media/image42.png" ContentType="image/png"/>
  <Override PartName="/ppt/media/image192.jpeg" ContentType="image/jpeg"/>
  <Override PartName="/ppt/media/image39.png" ContentType="image/png"/>
  <Override PartName="/ppt/media/image153.png" ContentType="image/png"/>
  <Override PartName="/ppt/media/image1.png" ContentType="image/png"/>
  <Override PartName="/ppt/media/image38.png" ContentType="image/png"/>
  <Override PartName="/ppt/media/image30.png" ContentType="image/png"/>
  <Override PartName="/ppt/media/image8.png" ContentType="image/png"/>
  <Override PartName="/ppt/media/image17.png" ContentType="image/png"/>
  <Override PartName="/ppt/media/image85.png" ContentType="image/png"/>
  <Override PartName="/ppt/media/image109.png" ContentType="image/png"/>
  <Override PartName="/ppt/media/image177.png" ContentType="image/png"/>
  <Override PartName="/ppt/media/image7.png" ContentType="image/png"/>
  <Override PartName="/ppt/media/image159.png" ContentType="image/png"/>
  <Override PartName="/ppt/media/image11.png" ContentType="image/png"/>
  <Override PartName="/ppt/media/image108.png" ContentType="image/png"/>
  <Override PartName="/ppt/media/image176.png" ContentType="image/png"/>
  <Override PartName="/ppt/media/image158.png" ContentType="image/png"/>
  <Override PartName="/ppt/media/image6.png" ContentType="image/png"/>
  <Override PartName="/ppt/media/image18.png" ContentType="image/png"/>
  <Override PartName="/ppt/media/image224.jpeg" ContentType="image/jpeg"/>
  <Override PartName="/ppt/media/image86.png" ContentType="image/png"/>
  <Override PartName="/ppt/media/image10.png" ContentType="image/png"/>
  <Override PartName="/ppt/media/image175.png" ContentType="image/png"/>
  <Override PartName="/ppt/media/image107.png" ContentType="image/png"/>
  <Override PartName="/ppt/media/image5.png" ContentType="image/png"/>
  <Override PartName="/ppt/media/image157.png" ContentType="image/png"/>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2.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60.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9.xml" ContentType="application/vnd.openxmlformats-officedocument.presentationml.slide+xml"/>
  <Override PartName="/ppt/slides/slide61.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66.xml" ContentType="application/vnd.openxmlformats-officedocument.presentationml.slide+xml"/>
  <Override PartName="/ppt/slides/slide29.xml" ContentType="application/vnd.openxmlformats-officedocument.presentationml.slide+xml"/>
  <Override PartName="/ppt/slides/slide65.xml" ContentType="application/vnd.openxmlformats-officedocument.presentationml.slide+xml"/>
  <Override PartName="/ppt/slides/slide28.xml" ContentType="application/vnd.openxmlformats-officedocument.presentationml.slide+xml"/>
  <Override PartName="/ppt/slides/slide64.xml" ContentType="application/vnd.openxmlformats-officedocument.presentationml.slide+xml"/>
  <Override PartName="/ppt/slides/slide27.xml" ContentType="application/vnd.openxmlformats-officedocument.presentationml.slide+xml"/>
  <Override PartName="/ppt/slides/slide63.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slides/slide62.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_rels/slide39.xml.rels" ContentType="application/vnd.openxmlformats-package.relationships+xml"/>
  <Override PartName="/ppt/slides/_rels/slide31.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32.xml.rels" ContentType="application/vnd.openxmlformats-package.relationships+xml"/>
  <Override PartName="/ppt/slides/_rels/slide1.xml.rels" ContentType="application/vnd.openxmlformats-package.relationships+xml"/>
  <Override PartName="/ppt/slides/_rels/slide58.xml.rels" ContentType="application/vnd.openxmlformats-package.relationships+xml"/>
  <Override PartName="/ppt/slides/_rels/slide65.xml.rels" ContentType="application/vnd.openxmlformats-package.relationships+xml"/>
  <Override PartName="/ppt/slides/_rels/slide13.xml.rels" ContentType="application/vnd.openxmlformats-package.relationships+xml"/>
  <Override PartName="/ppt/slides/_rels/slide27.xml.rels" ContentType="application/vnd.openxmlformats-package.relationships+xml"/>
  <Override PartName="/ppt/slides/_rels/slide36.xml.rels" ContentType="application/vnd.openxmlformats-package.relationships+xml"/>
  <Override PartName="/ppt/slides/_rels/slide43.xml.rels" ContentType="application/vnd.openxmlformats-package.relationships+xml"/>
  <Override PartName="/ppt/slides/_rels/slide8.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12.xml.rels" ContentType="application/vnd.openxmlformats-package.relationships+xml"/>
  <Override PartName="/ppt/slides/_rels/slide48.xml.rels" ContentType="application/vnd.openxmlformats-package.relationships+xml"/>
  <Override PartName="/ppt/slides/_rels/slide6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55.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16.xml.rels" ContentType="application/vnd.openxmlformats-package.relationships+xml"/>
  <Override PartName="/ppt/slides/_rels/slide20.xml.rels" ContentType="application/vnd.openxmlformats-package.relationships+xml"/>
  <Override PartName="/ppt/slides/_rels/slide54.xml.rels" ContentType="application/vnd.openxmlformats-package.relationships+xml"/>
  <Override PartName="/ppt/slides/_rels/slide63.xml.rels" ContentType="application/vnd.openxmlformats-package.relationships+xml"/>
  <Override PartName="/ppt/slides/_rels/slide47.xml.rels" ContentType="application/vnd.openxmlformats-package.relationships+xml"/>
  <Override PartName="/ppt/slides/_rels/slide4.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49.xml.rels" ContentType="application/vnd.openxmlformats-package.relationships+xml"/>
  <Override PartName="/ppt/slides/_rels/slide53.xml.rels" ContentType="application/vnd.openxmlformats-package.relationships+xml"/>
  <Override PartName="/ppt/slides/_rels/slide62.xml.rels" ContentType="application/vnd.openxmlformats-package.relationships+xml"/>
  <Override PartName="/ppt/slides/_rels/slide46.xml.rels" ContentType="application/vnd.openxmlformats-package.relationships+xml"/>
  <Override PartName="/ppt/slides/_rels/slide52.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28.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19.xml.rels" ContentType="application/vnd.openxmlformats-package.relationships+xml"/>
  <Override PartName="/ppt/slides/_rels/slide23.xml.rels" ContentType="application/vnd.openxmlformats-package.relationships+xml"/>
  <Override PartName="/ppt/slides/_rels/slide14.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8.xml.rels" ContentType="application/vnd.openxmlformats-package.relationships+xml"/>
  <Override PartName="/ppt/slides/_rels/slide45.xml.rels" ContentType="application/vnd.openxmlformats-package.relationships+xml"/>
  <Override PartName="/ppt/slides/_rels/slide66.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25.xml.rels" ContentType="application/vnd.openxmlformats-package.relationships+xml"/>
  <Override PartName="/ppt/slides/_rels/slide59.xml.rels" ContentType="application/vnd.openxmlformats-package.relationships+xml"/>
  <Override PartName="/ppt/slides/_rels/slide10.xml.rels" ContentType="application/vnd.openxmlformats-package.relationships+xml"/>
  <Override PartName="/ppt/slides/slide6.xml" ContentType="application/vnd.openxmlformats-officedocument.presentationml.slide+xml"/>
  <Override PartName="/ppt/slides/slide1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Lst>
  <p:sldSz cx="12192000" cy="6858000"/>
  <p:notesSz cx="12192000" cy="6858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533520" y="764280"/>
            <a:ext cx="6704640" cy="3771360"/>
          </a:xfrm>
          <a:prstGeom prst="rect">
            <a:avLst/>
          </a:prstGeom>
        </p:spPr>
        <p:txBody>
          <a:bodyPr lIns="0" rIns="0" tIns="0" bIns="0" anchor="ctr">
            <a:noAutofit/>
          </a:bodyPr>
          <a:p>
            <a:pPr algn="ctr"/>
            <a:r>
              <a:rPr b="0" lang="en-US" sz="4400" spc="-1" strike="noStrike">
                <a:latin typeface="Arial"/>
              </a:rPr>
              <a:t>Click to move the slide</a:t>
            </a:r>
            <a:endParaRPr b="0" lang="en-US" sz="4400" spc="-1" strike="noStrike">
              <a:latin typeface="Arial"/>
            </a:endParaRPr>
          </a:p>
        </p:txBody>
      </p:sp>
      <p:sp>
        <p:nvSpPr>
          <p:cNvPr id="314" name="PlaceHolder 2"/>
          <p:cNvSpPr>
            <a:spLocks noGrp="1"/>
          </p:cNvSpPr>
          <p:nvPr>
            <p:ph type="body"/>
          </p:nvPr>
        </p:nvSpPr>
        <p:spPr>
          <a:xfrm>
            <a:off x="777240" y="4777560"/>
            <a:ext cx="6217560" cy="452592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315" name="PlaceHolder 3"/>
          <p:cNvSpPr>
            <a:spLocks noGrp="1"/>
          </p:cNvSpPr>
          <p:nvPr>
            <p:ph type="hdr"/>
          </p:nvPr>
        </p:nvSpPr>
        <p:spPr>
          <a:xfrm>
            <a:off x="0" y="0"/>
            <a:ext cx="3372840" cy="50256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316" name="PlaceHolder 4"/>
          <p:cNvSpPr>
            <a:spLocks noGrp="1"/>
          </p:cNvSpPr>
          <p:nvPr>
            <p:ph type="dt"/>
          </p:nvPr>
        </p:nvSpPr>
        <p:spPr>
          <a:xfrm>
            <a:off x="4399200" y="0"/>
            <a:ext cx="3372840" cy="50256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317" name="PlaceHolder 5"/>
          <p:cNvSpPr>
            <a:spLocks noGrp="1"/>
          </p:cNvSpPr>
          <p:nvPr>
            <p:ph type="ftr"/>
          </p:nvPr>
        </p:nvSpPr>
        <p:spPr>
          <a:xfrm>
            <a:off x="0" y="9555480"/>
            <a:ext cx="3372840" cy="50256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318" name="PlaceHolder 6"/>
          <p:cNvSpPr>
            <a:spLocks noGrp="1"/>
          </p:cNvSpPr>
          <p:nvPr>
            <p:ph type="sldNum"/>
          </p:nvPr>
        </p:nvSpPr>
        <p:spPr>
          <a:xfrm>
            <a:off x="4399200" y="9555480"/>
            <a:ext cx="3372840" cy="502560"/>
          </a:xfrm>
          <a:prstGeom prst="rect">
            <a:avLst/>
          </a:prstGeom>
        </p:spPr>
        <p:txBody>
          <a:bodyPr lIns="0" rIns="0" tIns="0" bIns="0" anchor="b">
            <a:noAutofit/>
          </a:bodyPr>
          <a:p>
            <a:pPr algn="r"/>
            <a:fld id="{579B7FFB-2EAD-4D3B-8D3B-AD5A0E4A5687}"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type="sldImg"/>
          </p:nvPr>
        </p:nvSpPr>
        <p:spPr>
          <a:xfrm>
            <a:off x="3809880" y="514440"/>
            <a:ext cx="4570920" cy="2570760"/>
          </a:xfrm>
          <a:prstGeom prst="rect">
            <a:avLst/>
          </a:prstGeom>
        </p:spPr>
      </p:sp>
      <p:sp>
        <p:nvSpPr>
          <p:cNvPr id="651" name="PlaceHolder 2"/>
          <p:cNvSpPr>
            <a:spLocks noGrp="1"/>
          </p:cNvSpPr>
          <p:nvPr>
            <p:ph type="body"/>
          </p:nvPr>
        </p:nvSpPr>
        <p:spPr>
          <a:xfrm>
            <a:off x="1219320" y="3257640"/>
            <a:ext cx="9752400" cy="3085200"/>
          </a:xfrm>
          <a:prstGeom prst="rect">
            <a:avLst/>
          </a:prstGeom>
        </p:spPr>
        <p:txBody>
          <a:bodyPr lIns="0" rIns="0" tIns="0" bIns="0">
            <a:normAutofit/>
          </a:bodyPr>
          <a:p>
            <a:endParaRPr b="0" lang="en-US" sz="2000" spc="-1" strike="noStrike">
              <a:latin typeface="Arial"/>
            </a:endParaRPr>
          </a:p>
        </p:txBody>
      </p:sp>
      <p:sp>
        <p:nvSpPr>
          <p:cNvPr id="652" name="CustomShape 3"/>
          <p:cNvSpPr/>
          <p:nvPr/>
        </p:nvSpPr>
        <p:spPr>
          <a:xfrm>
            <a:off x="6905520" y="6513480"/>
            <a:ext cx="5282280" cy="3420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9B8EC0F-2A0E-4792-9A08-85F6CEB2F053}" type="slidenum">
              <a:rPr b="0" lang="en-IN" sz="1200" spc="-1" strike="noStrike">
                <a:solidFill>
                  <a:srgbClr val="000000"/>
                </a:solidFill>
                <a:latin typeface="+mn-lt"/>
                <a:ea typeface="+mn-ea"/>
              </a:rPr>
              <a:t>19</a:t>
            </a:fld>
            <a:endParaRPr b="0" lang="en-US" sz="1200" spc="-1" strike="noStrike">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3" name="PlaceHolder 1"/>
          <p:cNvSpPr>
            <a:spLocks noGrp="1"/>
          </p:cNvSpPr>
          <p:nvPr>
            <p:ph type="sldImg"/>
          </p:nvPr>
        </p:nvSpPr>
        <p:spPr>
          <a:xfrm>
            <a:off x="3809880" y="514440"/>
            <a:ext cx="4570920" cy="2570760"/>
          </a:xfrm>
          <a:prstGeom prst="rect">
            <a:avLst/>
          </a:prstGeom>
        </p:spPr>
      </p:sp>
      <p:sp>
        <p:nvSpPr>
          <p:cNvPr id="654" name="PlaceHolder 2"/>
          <p:cNvSpPr>
            <a:spLocks noGrp="1"/>
          </p:cNvSpPr>
          <p:nvPr>
            <p:ph type="body"/>
          </p:nvPr>
        </p:nvSpPr>
        <p:spPr>
          <a:xfrm>
            <a:off x="1219320" y="3257640"/>
            <a:ext cx="9752400" cy="3085200"/>
          </a:xfrm>
          <a:prstGeom prst="rect">
            <a:avLst/>
          </a:prstGeom>
        </p:spPr>
        <p:txBody>
          <a:bodyPr lIns="0" rIns="0" tIns="0" bIns="0">
            <a:normAutofit/>
          </a:bodyPr>
          <a:p>
            <a:endParaRPr b="0" lang="en-US" sz="2000" spc="-1" strike="noStrike">
              <a:latin typeface="Arial"/>
            </a:endParaRPr>
          </a:p>
        </p:txBody>
      </p:sp>
      <p:sp>
        <p:nvSpPr>
          <p:cNvPr id="655" name="CustomShape 3"/>
          <p:cNvSpPr/>
          <p:nvPr/>
        </p:nvSpPr>
        <p:spPr>
          <a:xfrm>
            <a:off x="6905520" y="6513480"/>
            <a:ext cx="5282280" cy="34200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9F0E0FBE-131D-4ED4-99B8-63EB5FD2229D}" type="slidenum">
              <a:rPr b="0" lang="en-IN" sz="1200" spc="-1" strike="noStrike">
                <a:solidFill>
                  <a:srgbClr val="000000"/>
                </a:solidFill>
                <a:latin typeface="+mn-lt"/>
                <a:ea typeface="+mn-ea"/>
              </a:rPr>
              <a:t>32</a:t>
            </a:fld>
            <a:endParaRPr b="0" lang="en-US" sz="12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68"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70"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72"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7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75"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7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7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7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81"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82"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83"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8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8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87"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89"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90"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9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93"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9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95"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97"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98"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99"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100"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101"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102"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38"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40"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42"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4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5"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4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4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4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51"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52"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53"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5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5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57"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59"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160"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6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63"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6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165"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67"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168"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169"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170"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171"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172"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08"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10"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12"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2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5"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1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1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21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21"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222"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23"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2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2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27"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29"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230"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3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33"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3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235"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37"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238"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239"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240"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241"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242"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78"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80"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82"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28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8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85"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8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8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8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28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91"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292"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93"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9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9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97"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99"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300"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30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303"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30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305"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307"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308"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309"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310"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311"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312"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png"/><Relationship Id="rId23" Type="http://schemas.openxmlformats.org/officeDocument/2006/relationships/image" Target="../media/image22.png"/><Relationship Id="rId24" Type="http://schemas.openxmlformats.org/officeDocument/2006/relationships/image" Target="../media/image23.png"/><Relationship Id="rId25" Type="http://schemas.openxmlformats.org/officeDocument/2006/relationships/image" Target="../media/image24.png"/><Relationship Id="rId26" Type="http://schemas.openxmlformats.org/officeDocument/2006/relationships/image" Target="../media/image25.png"/><Relationship Id="rId27" Type="http://schemas.openxmlformats.org/officeDocument/2006/relationships/image" Target="../media/image26.png"/><Relationship Id="rId28" Type="http://schemas.openxmlformats.org/officeDocument/2006/relationships/image" Target="../media/image27.png"/><Relationship Id="rId29" Type="http://schemas.openxmlformats.org/officeDocument/2006/relationships/image" Target="../media/image28.png"/><Relationship Id="rId30" Type="http://schemas.openxmlformats.org/officeDocument/2006/relationships/image" Target="../media/image29.png"/><Relationship Id="rId31" Type="http://schemas.openxmlformats.org/officeDocument/2006/relationships/image" Target="../media/image30.png"/><Relationship Id="rId32" Type="http://schemas.openxmlformats.org/officeDocument/2006/relationships/image" Target="../media/image31.png"/><Relationship Id="rId33" Type="http://schemas.openxmlformats.org/officeDocument/2006/relationships/slideLayout" Target="../slideLayouts/slideLayout1.xml"/><Relationship Id="rId34" Type="http://schemas.openxmlformats.org/officeDocument/2006/relationships/slideLayout" Target="../slideLayouts/slideLayout2.xml"/><Relationship Id="rId35" Type="http://schemas.openxmlformats.org/officeDocument/2006/relationships/slideLayout" Target="../slideLayouts/slideLayout3.xml"/><Relationship Id="rId36" Type="http://schemas.openxmlformats.org/officeDocument/2006/relationships/slideLayout" Target="../slideLayouts/slideLayout4.xml"/><Relationship Id="rId37" Type="http://schemas.openxmlformats.org/officeDocument/2006/relationships/slideLayout" Target="../slideLayouts/slideLayout5.xml"/><Relationship Id="rId38" Type="http://schemas.openxmlformats.org/officeDocument/2006/relationships/slideLayout" Target="../slideLayouts/slideLayout6.xml"/><Relationship Id="rId39" Type="http://schemas.openxmlformats.org/officeDocument/2006/relationships/slideLayout" Target="../slideLayouts/slideLayout7.xml"/><Relationship Id="rId40" Type="http://schemas.openxmlformats.org/officeDocument/2006/relationships/slideLayout" Target="../slideLayouts/slideLayout8.xml"/><Relationship Id="rId41" Type="http://schemas.openxmlformats.org/officeDocument/2006/relationships/slideLayout" Target="../slideLayouts/slideLayout9.xml"/><Relationship Id="rId42" Type="http://schemas.openxmlformats.org/officeDocument/2006/relationships/slideLayout" Target="../slideLayouts/slideLayout10.xml"/><Relationship Id="rId43" Type="http://schemas.openxmlformats.org/officeDocument/2006/relationships/slideLayout" Target="../slideLayouts/slideLayout11.xml"/><Relationship Id="rId4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 Id="rId12" Type="http://schemas.openxmlformats.org/officeDocument/2006/relationships/image" Target="../media/image42.png"/><Relationship Id="rId13" Type="http://schemas.openxmlformats.org/officeDocument/2006/relationships/image" Target="../media/image43.png"/><Relationship Id="rId14" Type="http://schemas.openxmlformats.org/officeDocument/2006/relationships/image" Target="../media/image44.png"/><Relationship Id="rId15" Type="http://schemas.openxmlformats.org/officeDocument/2006/relationships/image" Target="../media/image45.png"/><Relationship Id="rId16" Type="http://schemas.openxmlformats.org/officeDocument/2006/relationships/image" Target="../media/image46.png"/><Relationship Id="rId17" Type="http://schemas.openxmlformats.org/officeDocument/2006/relationships/image" Target="../media/image47.png"/><Relationship Id="rId18" Type="http://schemas.openxmlformats.org/officeDocument/2006/relationships/image" Target="../media/image48.png"/><Relationship Id="rId19" Type="http://schemas.openxmlformats.org/officeDocument/2006/relationships/image" Target="../media/image49.png"/><Relationship Id="rId20" Type="http://schemas.openxmlformats.org/officeDocument/2006/relationships/image" Target="../media/image50.png"/><Relationship Id="rId21" Type="http://schemas.openxmlformats.org/officeDocument/2006/relationships/image" Target="../media/image51.png"/><Relationship Id="rId22" Type="http://schemas.openxmlformats.org/officeDocument/2006/relationships/image" Target="../media/image52.png"/><Relationship Id="rId23" Type="http://schemas.openxmlformats.org/officeDocument/2006/relationships/image" Target="../media/image53.png"/><Relationship Id="rId24" Type="http://schemas.openxmlformats.org/officeDocument/2006/relationships/image" Target="../media/image54.png"/><Relationship Id="rId25" Type="http://schemas.openxmlformats.org/officeDocument/2006/relationships/image" Target="../media/image55.png"/><Relationship Id="rId26" Type="http://schemas.openxmlformats.org/officeDocument/2006/relationships/image" Target="../media/image56.png"/><Relationship Id="rId27" Type="http://schemas.openxmlformats.org/officeDocument/2006/relationships/image" Target="../media/image57.png"/><Relationship Id="rId28" Type="http://schemas.openxmlformats.org/officeDocument/2006/relationships/image" Target="../media/image58.png"/><Relationship Id="rId29" Type="http://schemas.openxmlformats.org/officeDocument/2006/relationships/image" Target="../media/image59.png"/><Relationship Id="rId30" Type="http://schemas.openxmlformats.org/officeDocument/2006/relationships/image" Target="../media/image60.png"/><Relationship Id="rId31" Type="http://schemas.openxmlformats.org/officeDocument/2006/relationships/image" Target="../media/image61.png"/><Relationship Id="rId32" Type="http://schemas.openxmlformats.org/officeDocument/2006/relationships/image" Target="../media/image62.png"/><Relationship Id="rId33" Type="http://schemas.openxmlformats.org/officeDocument/2006/relationships/slideLayout" Target="../slideLayouts/slideLayout13.xml"/><Relationship Id="rId34" Type="http://schemas.openxmlformats.org/officeDocument/2006/relationships/slideLayout" Target="../slideLayouts/slideLayout14.xml"/><Relationship Id="rId35" Type="http://schemas.openxmlformats.org/officeDocument/2006/relationships/slideLayout" Target="../slideLayouts/slideLayout15.xml"/><Relationship Id="rId36" Type="http://schemas.openxmlformats.org/officeDocument/2006/relationships/slideLayout" Target="../slideLayouts/slideLayout16.xml"/><Relationship Id="rId37" Type="http://schemas.openxmlformats.org/officeDocument/2006/relationships/slideLayout" Target="../slideLayouts/slideLayout17.xml"/><Relationship Id="rId38" Type="http://schemas.openxmlformats.org/officeDocument/2006/relationships/slideLayout" Target="../slideLayouts/slideLayout18.xml"/><Relationship Id="rId39" Type="http://schemas.openxmlformats.org/officeDocument/2006/relationships/slideLayout" Target="../slideLayouts/slideLayout19.xml"/><Relationship Id="rId40" Type="http://schemas.openxmlformats.org/officeDocument/2006/relationships/slideLayout" Target="../slideLayouts/slideLayout20.xml"/><Relationship Id="rId41" Type="http://schemas.openxmlformats.org/officeDocument/2006/relationships/slideLayout" Target="../slideLayouts/slideLayout21.xml"/><Relationship Id="rId42" Type="http://schemas.openxmlformats.org/officeDocument/2006/relationships/slideLayout" Target="../slideLayouts/slideLayout22.xml"/><Relationship Id="rId43" Type="http://schemas.openxmlformats.org/officeDocument/2006/relationships/slideLayout" Target="../slideLayouts/slideLayout23.xml"/><Relationship Id="rId4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image" Target="../media/image71.png"/><Relationship Id="rId11" Type="http://schemas.openxmlformats.org/officeDocument/2006/relationships/image" Target="../media/image72.png"/><Relationship Id="rId12" Type="http://schemas.openxmlformats.org/officeDocument/2006/relationships/image" Target="../media/image73.png"/><Relationship Id="rId13" Type="http://schemas.openxmlformats.org/officeDocument/2006/relationships/image" Target="../media/image74.png"/><Relationship Id="rId14" Type="http://schemas.openxmlformats.org/officeDocument/2006/relationships/image" Target="../media/image75.png"/><Relationship Id="rId15" Type="http://schemas.openxmlformats.org/officeDocument/2006/relationships/image" Target="../media/image76.png"/><Relationship Id="rId16" Type="http://schemas.openxmlformats.org/officeDocument/2006/relationships/image" Target="../media/image77.png"/><Relationship Id="rId17" Type="http://schemas.openxmlformats.org/officeDocument/2006/relationships/image" Target="../media/image78.png"/><Relationship Id="rId18" Type="http://schemas.openxmlformats.org/officeDocument/2006/relationships/image" Target="../media/image79.png"/><Relationship Id="rId19" Type="http://schemas.openxmlformats.org/officeDocument/2006/relationships/image" Target="../media/image80.png"/><Relationship Id="rId20" Type="http://schemas.openxmlformats.org/officeDocument/2006/relationships/image" Target="../media/image81.png"/><Relationship Id="rId21" Type="http://schemas.openxmlformats.org/officeDocument/2006/relationships/image" Target="../media/image82.png"/><Relationship Id="rId22" Type="http://schemas.openxmlformats.org/officeDocument/2006/relationships/image" Target="../media/image83.png"/><Relationship Id="rId23" Type="http://schemas.openxmlformats.org/officeDocument/2006/relationships/image" Target="../media/image84.png"/><Relationship Id="rId24" Type="http://schemas.openxmlformats.org/officeDocument/2006/relationships/image" Target="../media/image85.png"/><Relationship Id="rId25" Type="http://schemas.openxmlformats.org/officeDocument/2006/relationships/image" Target="../media/image86.png"/><Relationship Id="rId26" Type="http://schemas.openxmlformats.org/officeDocument/2006/relationships/image" Target="../media/image87.png"/><Relationship Id="rId27" Type="http://schemas.openxmlformats.org/officeDocument/2006/relationships/image" Target="../media/image88.png"/><Relationship Id="rId28" Type="http://schemas.openxmlformats.org/officeDocument/2006/relationships/image" Target="../media/image89.png"/><Relationship Id="rId29" Type="http://schemas.openxmlformats.org/officeDocument/2006/relationships/image" Target="../media/image90.png"/><Relationship Id="rId30" Type="http://schemas.openxmlformats.org/officeDocument/2006/relationships/image" Target="../media/image91.png"/><Relationship Id="rId31" Type="http://schemas.openxmlformats.org/officeDocument/2006/relationships/image" Target="../media/image92.png"/><Relationship Id="rId32" Type="http://schemas.openxmlformats.org/officeDocument/2006/relationships/image" Target="../media/image93.png"/><Relationship Id="rId33" Type="http://schemas.openxmlformats.org/officeDocument/2006/relationships/slideLayout" Target="../slideLayouts/slideLayout25.xml"/><Relationship Id="rId34" Type="http://schemas.openxmlformats.org/officeDocument/2006/relationships/slideLayout" Target="../slideLayouts/slideLayout26.xml"/><Relationship Id="rId35" Type="http://schemas.openxmlformats.org/officeDocument/2006/relationships/slideLayout" Target="../slideLayouts/slideLayout27.xml"/><Relationship Id="rId36" Type="http://schemas.openxmlformats.org/officeDocument/2006/relationships/slideLayout" Target="../slideLayouts/slideLayout28.xml"/><Relationship Id="rId37" Type="http://schemas.openxmlformats.org/officeDocument/2006/relationships/slideLayout" Target="../slideLayouts/slideLayout29.xml"/><Relationship Id="rId38" Type="http://schemas.openxmlformats.org/officeDocument/2006/relationships/slideLayout" Target="../slideLayouts/slideLayout30.xml"/><Relationship Id="rId39" Type="http://schemas.openxmlformats.org/officeDocument/2006/relationships/slideLayout" Target="../slideLayouts/slideLayout31.xml"/><Relationship Id="rId40" Type="http://schemas.openxmlformats.org/officeDocument/2006/relationships/slideLayout" Target="../slideLayouts/slideLayout32.xml"/><Relationship Id="rId41" Type="http://schemas.openxmlformats.org/officeDocument/2006/relationships/slideLayout" Target="../slideLayouts/slideLayout33.xml"/><Relationship Id="rId42" Type="http://schemas.openxmlformats.org/officeDocument/2006/relationships/slideLayout" Target="../slideLayouts/slideLayout34.xml"/><Relationship Id="rId43" Type="http://schemas.openxmlformats.org/officeDocument/2006/relationships/slideLayout" Target="../slideLayouts/slideLayout35.xml"/><Relationship Id="rId44"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png"/><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03.png"/><Relationship Id="rId12" Type="http://schemas.openxmlformats.org/officeDocument/2006/relationships/image" Target="../media/image104.png"/><Relationship Id="rId13" Type="http://schemas.openxmlformats.org/officeDocument/2006/relationships/image" Target="../media/image105.png"/><Relationship Id="rId14" Type="http://schemas.openxmlformats.org/officeDocument/2006/relationships/image" Target="../media/image106.png"/><Relationship Id="rId15" Type="http://schemas.openxmlformats.org/officeDocument/2006/relationships/image" Target="../media/image107.png"/><Relationship Id="rId16" Type="http://schemas.openxmlformats.org/officeDocument/2006/relationships/image" Target="../media/image108.png"/><Relationship Id="rId17" Type="http://schemas.openxmlformats.org/officeDocument/2006/relationships/image" Target="../media/image109.png"/><Relationship Id="rId18" Type="http://schemas.openxmlformats.org/officeDocument/2006/relationships/image" Target="../media/image110.png"/><Relationship Id="rId19" Type="http://schemas.openxmlformats.org/officeDocument/2006/relationships/image" Target="../media/image111.png"/><Relationship Id="rId20" Type="http://schemas.openxmlformats.org/officeDocument/2006/relationships/image" Target="../media/image112.png"/><Relationship Id="rId21" Type="http://schemas.openxmlformats.org/officeDocument/2006/relationships/image" Target="../media/image113.png"/><Relationship Id="rId22" Type="http://schemas.openxmlformats.org/officeDocument/2006/relationships/image" Target="../media/image114.png"/><Relationship Id="rId23" Type="http://schemas.openxmlformats.org/officeDocument/2006/relationships/image" Target="../media/image115.png"/><Relationship Id="rId24" Type="http://schemas.openxmlformats.org/officeDocument/2006/relationships/image" Target="../media/image116.png"/><Relationship Id="rId25" Type="http://schemas.openxmlformats.org/officeDocument/2006/relationships/image" Target="../media/image117.png"/><Relationship Id="rId26" Type="http://schemas.openxmlformats.org/officeDocument/2006/relationships/image" Target="../media/image118.png"/><Relationship Id="rId27" Type="http://schemas.openxmlformats.org/officeDocument/2006/relationships/image" Target="../media/image119.png"/><Relationship Id="rId28" Type="http://schemas.openxmlformats.org/officeDocument/2006/relationships/image" Target="../media/image120.png"/><Relationship Id="rId29" Type="http://schemas.openxmlformats.org/officeDocument/2006/relationships/image" Target="../media/image121.png"/><Relationship Id="rId30" Type="http://schemas.openxmlformats.org/officeDocument/2006/relationships/image" Target="../media/image122.png"/><Relationship Id="rId31" Type="http://schemas.openxmlformats.org/officeDocument/2006/relationships/image" Target="../media/image123.png"/><Relationship Id="rId32" Type="http://schemas.openxmlformats.org/officeDocument/2006/relationships/image" Target="../media/image124.png"/><Relationship Id="rId33" Type="http://schemas.openxmlformats.org/officeDocument/2006/relationships/slideLayout" Target="../slideLayouts/slideLayout37.xml"/><Relationship Id="rId34" Type="http://schemas.openxmlformats.org/officeDocument/2006/relationships/slideLayout" Target="../slideLayouts/slideLayout38.xml"/><Relationship Id="rId35" Type="http://schemas.openxmlformats.org/officeDocument/2006/relationships/slideLayout" Target="../slideLayouts/slideLayout39.xml"/><Relationship Id="rId36" Type="http://schemas.openxmlformats.org/officeDocument/2006/relationships/slideLayout" Target="../slideLayouts/slideLayout40.xml"/><Relationship Id="rId37" Type="http://schemas.openxmlformats.org/officeDocument/2006/relationships/slideLayout" Target="../slideLayouts/slideLayout41.xml"/><Relationship Id="rId38" Type="http://schemas.openxmlformats.org/officeDocument/2006/relationships/slideLayout" Target="../slideLayouts/slideLayout42.xml"/><Relationship Id="rId39" Type="http://schemas.openxmlformats.org/officeDocument/2006/relationships/slideLayout" Target="../slideLayouts/slideLayout43.xml"/><Relationship Id="rId40" Type="http://schemas.openxmlformats.org/officeDocument/2006/relationships/slideLayout" Target="../slideLayouts/slideLayout44.xml"/><Relationship Id="rId41" Type="http://schemas.openxmlformats.org/officeDocument/2006/relationships/slideLayout" Target="../slideLayouts/slideLayout45.xml"/><Relationship Id="rId42" Type="http://schemas.openxmlformats.org/officeDocument/2006/relationships/slideLayout" Target="../slideLayouts/slideLayout46.xml"/><Relationship Id="rId43" Type="http://schemas.openxmlformats.org/officeDocument/2006/relationships/slideLayout" Target="../slideLayouts/slideLayout47.xml"/><Relationship Id="rId44"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hidden="1"/>
          <p:cNvSpPr/>
          <p:nvPr/>
        </p:nvSpPr>
        <p:spPr>
          <a:xfrm>
            <a:off x="10617840" y="152280"/>
            <a:ext cx="360" cy="1522800"/>
          </a:xfrm>
          <a:custGeom>
            <a:avLst/>
            <a:gdLst/>
            <a:ahLst/>
            <a:rect l="l" t="t" r="r" b="b"/>
            <a:pathLst>
              <a:path w="0" h="1524000">
                <a:moveTo>
                  <a:pt x="0" y="0"/>
                </a:moveTo>
                <a:lnTo>
                  <a:pt x="0" y="1524000"/>
                </a:lnTo>
              </a:path>
            </a:pathLst>
          </a:custGeom>
          <a:noFill/>
          <a:ln w="9360">
            <a:solidFill>
              <a:srgbClr val="000000"/>
            </a:solidFill>
            <a:round/>
          </a:ln>
        </p:spPr>
        <p:style>
          <a:lnRef idx="0"/>
          <a:fillRef idx="0"/>
          <a:effectRef idx="0"/>
          <a:fontRef idx="minor"/>
        </p:style>
      </p:sp>
      <p:pic>
        <p:nvPicPr>
          <p:cNvPr id="1" name="bg object 17" descr=""/>
          <p:cNvPicPr/>
          <p:nvPr/>
        </p:nvPicPr>
        <p:blipFill>
          <a:blip r:embed="rId2"/>
          <a:stretch/>
        </p:blipFill>
        <p:spPr>
          <a:xfrm>
            <a:off x="10870560" y="152280"/>
            <a:ext cx="158760" cy="119160"/>
          </a:xfrm>
          <a:prstGeom prst="rect">
            <a:avLst/>
          </a:prstGeom>
          <a:ln>
            <a:noFill/>
          </a:ln>
        </p:spPr>
      </p:pic>
      <p:pic>
        <p:nvPicPr>
          <p:cNvPr id="2" name="bg object 18" descr=""/>
          <p:cNvPicPr/>
          <p:nvPr/>
        </p:nvPicPr>
        <p:blipFill>
          <a:blip r:embed="rId3"/>
          <a:stretch/>
        </p:blipFill>
        <p:spPr>
          <a:xfrm>
            <a:off x="11094840" y="152280"/>
            <a:ext cx="159120" cy="119160"/>
          </a:xfrm>
          <a:prstGeom prst="rect">
            <a:avLst/>
          </a:prstGeom>
          <a:ln>
            <a:noFill/>
          </a:ln>
        </p:spPr>
      </p:pic>
      <p:pic>
        <p:nvPicPr>
          <p:cNvPr id="3" name="bg object 19" descr=""/>
          <p:cNvPicPr/>
          <p:nvPr/>
        </p:nvPicPr>
        <p:blipFill>
          <a:blip r:embed="rId4"/>
          <a:stretch/>
        </p:blipFill>
        <p:spPr>
          <a:xfrm>
            <a:off x="11318760" y="152280"/>
            <a:ext cx="159120" cy="119160"/>
          </a:xfrm>
          <a:prstGeom prst="rect">
            <a:avLst/>
          </a:prstGeom>
          <a:ln>
            <a:noFill/>
          </a:ln>
        </p:spPr>
      </p:pic>
      <p:pic>
        <p:nvPicPr>
          <p:cNvPr id="4" name="bg object 20" descr=""/>
          <p:cNvPicPr/>
          <p:nvPr/>
        </p:nvPicPr>
        <p:blipFill>
          <a:blip r:embed="rId5"/>
          <a:stretch/>
        </p:blipFill>
        <p:spPr>
          <a:xfrm>
            <a:off x="10870560" y="320040"/>
            <a:ext cx="158760" cy="119160"/>
          </a:xfrm>
          <a:prstGeom prst="rect">
            <a:avLst/>
          </a:prstGeom>
          <a:ln>
            <a:noFill/>
          </a:ln>
        </p:spPr>
      </p:pic>
      <p:pic>
        <p:nvPicPr>
          <p:cNvPr id="5" name="bg object 21" descr=""/>
          <p:cNvPicPr/>
          <p:nvPr/>
        </p:nvPicPr>
        <p:blipFill>
          <a:blip r:embed="rId6"/>
          <a:stretch/>
        </p:blipFill>
        <p:spPr>
          <a:xfrm>
            <a:off x="11094840" y="320040"/>
            <a:ext cx="159120" cy="119160"/>
          </a:xfrm>
          <a:prstGeom prst="rect">
            <a:avLst/>
          </a:prstGeom>
          <a:ln>
            <a:noFill/>
          </a:ln>
        </p:spPr>
      </p:pic>
      <p:pic>
        <p:nvPicPr>
          <p:cNvPr id="6" name="bg object 22" descr=""/>
          <p:cNvPicPr/>
          <p:nvPr/>
        </p:nvPicPr>
        <p:blipFill>
          <a:blip r:embed="rId7"/>
          <a:stretch/>
        </p:blipFill>
        <p:spPr>
          <a:xfrm>
            <a:off x="11318760" y="320040"/>
            <a:ext cx="159120" cy="119160"/>
          </a:xfrm>
          <a:prstGeom prst="rect">
            <a:avLst/>
          </a:prstGeom>
          <a:ln>
            <a:noFill/>
          </a:ln>
        </p:spPr>
      </p:pic>
      <p:pic>
        <p:nvPicPr>
          <p:cNvPr id="7" name="bg object 23" descr=""/>
          <p:cNvPicPr/>
          <p:nvPr/>
        </p:nvPicPr>
        <p:blipFill>
          <a:blip r:embed="rId8"/>
          <a:stretch/>
        </p:blipFill>
        <p:spPr>
          <a:xfrm>
            <a:off x="11542680" y="320040"/>
            <a:ext cx="159120" cy="119160"/>
          </a:xfrm>
          <a:prstGeom prst="rect">
            <a:avLst/>
          </a:prstGeom>
          <a:ln>
            <a:noFill/>
          </a:ln>
        </p:spPr>
      </p:pic>
      <p:pic>
        <p:nvPicPr>
          <p:cNvPr id="8" name="bg object 24" descr=""/>
          <p:cNvPicPr/>
          <p:nvPr/>
        </p:nvPicPr>
        <p:blipFill>
          <a:blip r:embed="rId9"/>
          <a:stretch/>
        </p:blipFill>
        <p:spPr>
          <a:xfrm>
            <a:off x="10870560" y="487800"/>
            <a:ext cx="158760" cy="119160"/>
          </a:xfrm>
          <a:prstGeom prst="rect">
            <a:avLst/>
          </a:prstGeom>
          <a:ln>
            <a:noFill/>
          </a:ln>
        </p:spPr>
      </p:pic>
      <p:pic>
        <p:nvPicPr>
          <p:cNvPr id="9" name="bg object 25" descr=""/>
          <p:cNvPicPr/>
          <p:nvPr/>
        </p:nvPicPr>
        <p:blipFill>
          <a:blip r:embed="rId10"/>
          <a:stretch/>
        </p:blipFill>
        <p:spPr>
          <a:xfrm>
            <a:off x="11094840" y="487800"/>
            <a:ext cx="159120" cy="119160"/>
          </a:xfrm>
          <a:prstGeom prst="rect">
            <a:avLst/>
          </a:prstGeom>
          <a:ln>
            <a:noFill/>
          </a:ln>
        </p:spPr>
      </p:pic>
      <p:pic>
        <p:nvPicPr>
          <p:cNvPr id="10" name="bg object 26" descr=""/>
          <p:cNvPicPr/>
          <p:nvPr/>
        </p:nvPicPr>
        <p:blipFill>
          <a:blip r:embed="rId11"/>
          <a:stretch/>
        </p:blipFill>
        <p:spPr>
          <a:xfrm>
            <a:off x="11318760" y="487800"/>
            <a:ext cx="159120" cy="119160"/>
          </a:xfrm>
          <a:prstGeom prst="rect">
            <a:avLst/>
          </a:prstGeom>
          <a:ln>
            <a:noFill/>
          </a:ln>
        </p:spPr>
      </p:pic>
      <p:pic>
        <p:nvPicPr>
          <p:cNvPr id="11" name="bg object 27" descr=""/>
          <p:cNvPicPr/>
          <p:nvPr/>
        </p:nvPicPr>
        <p:blipFill>
          <a:blip r:embed="rId12"/>
          <a:stretch/>
        </p:blipFill>
        <p:spPr>
          <a:xfrm>
            <a:off x="11542680" y="487800"/>
            <a:ext cx="159120" cy="119160"/>
          </a:xfrm>
          <a:prstGeom prst="rect">
            <a:avLst/>
          </a:prstGeom>
          <a:ln>
            <a:noFill/>
          </a:ln>
        </p:spPr>
      </p:pic>
      <p:pic>
        <p:nvPicPr>
          <p:cNvPr id="12" name="bg object 28" descr=""/>
          <p:cNvPicPr/>
          <p:nvPr/>
        </p:nvPicPr>
        <p:blipFill>
          <a:blip r:embed="rId13"/>
          <a:stretch/>
        </p:blipFill>
        <p:spPr>
          <a:xfrm>
            <a:off x="11766960" y="487800"/>
            <a:ext cx="159120" cy="119160"/>
          </a:xfrm>
          <a:prstGeom prst="rect">
            <a:avLst/>
          </a:prstGeom>
          <a:ln>
            <a:noFill/>
          </a:ln>
        </p:spPr>
      </p:pic>
      <p:pic>
        <p:nvPicPr>
          <p:cNvPr id="13" name="bg object 29" descr=""/>
          <p:cNvPicPr/>
          <p:nvPr/>
        </p:nvPicPr>
        <p:blipFill>
          <a:blip r:embed="rId14"/>
          <a:stretch/>
        </p:blipFill>
        <p:spPr>
          <a:xfrm>
            <a:off x="10870560" y="657000"/>
            <a:ext cx="158760" cy="117720"/>
          </a:xfrm>
          <a:prstGeom prst="rect">
            <a:avLst/>
          </a:prstGeom>
          <a:ln>
            <a:noFill/>
          </a:ln>
        </p:spPr>
      </p:pic>
      <p:pic>
        <p:nvPicPr>
          <p:cNvPr id="14" name="bg object 30" descr=""/>
          <p:cNvPicPr/>
          <p:nvPr/>
        </p:nvPicPr>
        <p:blipFill>
          <a:blip r:embed="rId15"/>
          <a:stretch/>
        </p:blipFill>
        <p:spPr>
          <a:xfrm>
            <a:off x="11094840" y="657000"/>
            <a:ext cx="159120" cy="117720"/>
          </a:xfrm>
          <a:prstGeom prst="rect">
            <a:avLst/>
          </a:prstGeom>
          <a:ln>
            <a:noFill/>
          </a:ln>
        </p:spPr>
      </p:pic>
      <p:pic>
        <p:nvPicPr>
          <p:cNvPr id="15" name="bg object 31" descr=""/>
          <p:cNvPicPr/>
          <p:nvPr/>
        </p:nvPicPr>
        <p:blipFill>
          <a:blip r:embed="rId16"/>
          <a:stretch/>
        </p:blipFill>
        <p:spPr>
          <a:xfrm>
            <a:off x="11318760" y="657000"/>
            <a:ext cx="159120" cy="117720"/>
          </a:xfrm>
          <a:prstGeom prst="rect">
            <a:avLst/>
          </a:prstGeom>
          <a:ln>
            <a:noFill/>
          </a:ln>
        </p:spPr>
      </p:pic>
      <p:pic>
        <p:nvPicPr>
          <p:cNvPr id="16" name="bg object 32" descr=""/>
          <p:cNvPicPr/>
          <p:nvPr/>
        </p:nvPicPr>
        <p:blipFill>
          <a:blip r:embed="rId17"/>
          <a:stretch/>
        </p:blipFill>
        <p:spPr>
          <a:xfrm>
            <a:off x="11542680" y="657000"/>
            <a:ext cx="159120" cy="117720"/>
          </a:xfrm>
          <a:prstGeom prst="rect">
            <a:avLst/>
          </a:prstGeom>
          <a:ln>
            <a:noFill/>
          </a:ln>
        </p:spPr>
      </p:pic>
      <p:pic>
        <p:nvPicPr>
          <p:cNvPr id="17" name="bg object 33" descr=""/>
          <p:cNvPicPr/>
          <p:nvPr/>
        </p:nvPicPr>
        <p:blipFill>
          <a:blip r:embed="rId18"/>
          <a:stretch/>
        </p:blipFill>
        <p:spPr>
          <a:xfrm>
            <a:off x="10870560" y="824400"/>
            <a:ext cx="158760" cy="117720"/>
          </a:xfrm>
          <a:prstGeom prst="rect">
            <a:avLst/>
          </a:prstGeom>
          <a:ln>
            <a:noFill/>
          </a:ln>
        </p:spPr>
      </p:pic>
      <p:pic>
        <p:nvPicPr>
          <p:cNvPr id="18" name="bg object 34" descr=""/>
          <p:cNvPicPr/>
          <p:nvPr/>
        </p:nvPicPr>
        <p:blipFill>
          <a:blip r:embed="rId19"/>
          <a:stretch/>
        </p:blipFill>
        <p:spPr>
          <a:xfrm>
            <a:off x="11094840" y="824400"/>
            <a:ext cx="159120" cy="117720"/>
          </a:xfrm>
          <a:prstGeom prst="rect">
            <a:avLst/>
          </a:prstGeom>
          <a:ln>
            <a:noFill/>
          </a:ln>
        </p:spPr>
      </p:pic>
      <p:pic>
        <p:nvPicPr>
          <p:cNvPr id="19" name="bg object 35" descr=""/>
          <p:cNvPicPr/>
          <p:nvPr/>
        </p:nvPicPr>
        <p:blipFill>
          <a:blip r:embed="rId20"/>
          <a:stretch/>
        </p:blipFill>
        <p:spPr>
          <a:xfrm>
            <a:off x="11318760" y="824400"/>
            <a:ext cx="159120" cy="117720"/>
          </a:xfrm>
          <a:prstGeom prst="rect">
            <a:avLst/>
          </a:prstGeom>
          <a:ln>
            <a:noFill/>
          </a:ln>
        </p:spPr>
      </p:pic>
      <p:pic>
        <p:nvPicPr>
          <p:cNvPr id="20" name="bg object 36" descr=""/>
          <p:cNvPicPr/>
          <p:nvPr/>
        </p:nvPicPr>
        <p:blipFill>
          <a:blip r:embed="rId21"/>
          <a:stretch/>
        </p:blipFill>
        <p:spPr>
          <a:xfrm>
            <a:off x="11542680" y="824400"/>
            <a:ext cx="159120" cy="117720"/>
          </a:xfrm>
          <a:prstGeom prst="rect">
            <a:avLst/>
          </a:prstGeom>
          <a:ln>
            <a:noFill/>
          </a:ln>
        </p:spPr>
      </p:pic>
      <p:pic>
        <p:nvPicPr>
          <p:cNvPr id="21" name="bg object 37" descr=""/>
          <p:cNvPicPr/>
          <p:nvPr/>
        </p:nvPicPr>
        <p:blipFill>
          <a:blip r:embed="rId22"/>
          <a:stretch/>
        </p:blipFill>
        <p:spPr>
          <a:xfrm>
            <a:off x="11766960" y="824400"/>
            <a:ext cx="159120" cy="117720"/>
          </a:xfrm>
          <a:prstGeom prst="rect">
            <a:avLst/>
          </a:prstGeom>
          <a:ln>
            <a:noFill/>
          </a:ln>
        </p:spPr>
      </p:pic>
      <p:pic>
        <p:nvPicPr>
          <p:cNvPr id="22" name="bg object 38" descr=""/>
          <p:cNvPicPr/>
          <p:nvPr/>
        </p:nvPicPr>
        <p:blipFill>
          <a:blip r:embed="rId23"/>
          <a:stretch/>
        </p:blipFill>
        <p:spPr>
          <a:xfrm>
            <a:off x="10870560" y="992160"/>
            <a:ext cx="158760" cy="119160"/>
          </a:xfrm>
          <a:prstGeom prst="rect">
            <a:avLst/>
          </a:prstGeom>
          <a:ln>
            <a:noFill/>
          </a:ln>
        </p:spPr>
      </p:pic>
      <p:pic>
        <p:nvPicPr>
          <p:cNvPr id="23" name="bg object 39" descr=""/>
          <p:cNvPicPr/>
          <p:nvPr/>
        </p:nvPicPr>
        <p:blipFill>
          <a:blip r:embed="rId24"/>
          <a:stretch/>
        </p:blipFill>
        <p:spPr>
          <a:xfrm>
            <a:off x="11094840" y="992160"/>
            <a:ext cx="159120" cy="119160"/>
          </a:xfrm>
          <a:prstGeom prst="rect">
            <a:avLst/>
          </a:prstGeom>
          <a:ln>
            <a:noFill/>
          </a:ln>
        </p:spPr>
      </p:pic>
      <p:pic>
        <p:nvPicPr>
          <p:cNvPr id="24" name="bg object 40" descr=""/>
          <p:cNvPicPr/>
          <p:nvPr/>
        </p:nvPicPr>
        <p:blipFill>
          <a:blip r:embed="rId25"/>
          <a:stretch/>
        </p:blipFill>
        <p:spPr>
          <a:xfrm>
            <a:off x="11318760" y="992160"/>
            <a:ext cx="159120" cy="119160"/>
          </a:xfrm>
          <a:prstGeom prst="rect">
            <a:avLst/>
          </a:prstGeom>
          <a:ln>
            <a:noFill/>
          </a:ln>
        </p:spPr>
      </p:pic>
      <p:pic>
        <p:nvPicPr>
          <p:cNvPr id="25" name="bg object 41" descr=""/>
          <p:cNvPicPr/>
          <p:nvPr/>
        </p:nvPicPr>
        <p:blipFill>
          <a:blip r:embed="rId26"/>
          <a:stretch/>
        </p:blipFill>
        <p:spPr>
          <a:xfrm>
            <a:off x="11542680" y="992160"/>
            <a:ext cx="159120" cy="119160"/>
          </a:xfrm>
          <a:prstGeom prst="rect">
            <a:avLst/>
          </a:prstGeom>
          <a:ln>
            <a:noFill/>
          </a:ln>
        </p:spPr>
      </p:pic>
      <p:pic>
        <p:nvPicPr>
          <p:cNvPr id="26" name="bg object 42" descr=""/>
          <p:cNvPicPr/>
          <p:nvPr/>
        </p:nvPicPr>
        <p:blipFill>
          <a:blip r:embed="rId27"/>
          <a:stretch/>
        </p:blipFill>
        <p:spPr>
          <a:xfrm>
            <a:off x="10870560" y="1159920"/>
            <a:ext cx="158760" cy="119160"/>
          </a:xfrm>
          <a:prstGeom prst="rect">
            <a:avLst/>
          </a:prstGeom>
          <a:ln>
            <a:noFill/>
          </a:ln>
        </p:spPr>
      </p:pic>
      <p:pic>
        <p:nvPicPr>
          <p:cNvPr id="27" name="bg object 43" descr=""/>
          <p:cNvPicPr/>
          <p:nvPr/>
        </p:nvPicPr>
        <p:blipFill>
          <a:blip r:embed="rId28"/>
          <a:stretch/>
        </p:blipFill>
        <p:spPr>
          <a:xfrm>
            <a:off x="11094840" y="1159920"/>
            <a:ext cx="159120" cy="119160"/>
          </a:xfrm>
          <a:prstGeom prst="rect">
            <a:avLst/>
          </a:prstGeom>
          <a:ln>
            <a:noFill/>
          </a:ln>
        </p:spPr>
      </p:pic>
      <p:pic>
        <p:nvPicPr>
          <p:cNvPr id="28" name="bg object 44" descr=""/>
          <p:cNvPicPr/>
          <p:nvPr/>
        </p:nvPicPr>
        <p:blipFill>
          <a:blip r:embed="rId29"/>
          <a:stretch/>
        </p:blipFill>
        <p:spPr>
          <a:xfrm>
            <a:off x="11318760" y="1159920"/>
            <a:ext cx="159120" cy="119160"/>
          </a:xfrm>
          <a:prstGeom prst="rect">
            <a:avLst/>
          </a:prstGeom>
          <a:ln>
            <a:noFill/>
          </a:ln>
        </p:spPr>
      </p:pic>
      <p:pic>
        <p:nvPicPr>
          <p:cNvPr id="29" name="bg object 45" descr=""/>
          <p:cNvPicPr/>
          <p:nvPr/>
        </p:nvPicPr>
        <p:blipFill>
          <a:blip r:embed="rId30"/>
          <a:stretch/>
        </p:blipFill>
        <p:spPr>
          <a:xfrm>
            <a:off x="11542680" y="1159920"/>
            <a:ext cx="159120" cy="119160"/>
          </a:xfrm>
          <a:prstGeom prst="rect">
            <a:avLst/>
          </a:prstGeom>
          <a:ln>
            <a:noFill/>
          </a:ln>
        </p:spPr>
      </p:pic>
      <p:pic>
        <p:nvPicPr>
          <p:cNvPr id="30" name="bg object 46" descr=""/>
          <p:cNvPicPr/>
          <p:nvPr/>
        </p:nvPicPr>
        <p:blipFill>
          <a:blip r:embed="rId31"/>
          <a:stretch/>
        </p:blipFill>
        <p:spPr>
          <a:xfrm>
            <a:off x="11094840" y="1327320"/>
            <a:ext cx="159120" cy="119160"/>
          </a:xfrm>
          <a:prstGeom prst="rect">
            <a:avLst/>
          </a:prstGeom>
          <a:ln>
            <a:noFill/>
          </a:ln>
        </p:spPr>
      </p:pic>
      <p:pic>
        <p:nvPicPr>
          <p:cNvPr id="31" name="bg object 47" descr=""/>
          <p:cNvPicPr/>
          <p:nvPr/>
        </p:nvPicPr>
        <p:blipFill>
          <a:blip r:embed="rId32"/>
          <a:stretch/>
        </p:blipFill>
        <p:spPr>
          <a:xfrm>
            <a:off x="11542680" y="1327320"/>
            <a:ext cx="159120" cy="119160"/>
          </a:xfrm>
          <a:prstGeom prst="rect">
            <a:avLst/>
          </a:prstGeom>
          <a:ln>
            <a:noFill/>
          </a:ln>
        </p:spPr>
      </p:pic>
      <p:sp>
        <p:nvSpPr>
          <p:cNvPr id="32" name="CustomShape 2"/>
          <p:cNvSpPr/>
          <p:nvPr/>
        </p:nvSpPr>
        <p:spPr>
          <a:xfrm>
            <a:off x="9753480" y="1066680"/>
            <a:ext cx="360" cy="4494600"/>
          </a:xfrm>
          <a:custGeom>
            <a:avLst/>
            <a:gdLst/>
            <a:ahLst/>
            <a:rect l="l" t="t" r="r" b="b"/>
            <a:pathLst>
              <a:path w="0" h="4495800">
                <a:moveTo>
                  <a:pt x="0" y="0"/>
                </a:moveTo>
                <a:lnTo>
                  <a:pt x="0" y="4495800"/>
                </a:lnTo>
              </a:path>
            </a:pathLst>
          </a:custGeom>
          <a:noFill/>
          <a:ln w="9360">
            <a:solidFill>
              <a:srgbClr val="000000"/>
            </a:solidFill>
            <a:round/>
          </a:ln>
        </p:spPr>
        <p:style>
          <a:lnRef idx="0"/>
          <a:fillRef idx="0"/>
          <a:effectRef idx="0"/>
          <a:fontRef idx="minor"/>
        </p:style>
      </p:sp>
      <p:sp>
        <p:nvSpPr>
          <p:cNvPr id="33" name="CustomShape 3"/>
          <p:cNvSpPr/>
          <p:nvPr/>
        </p:nvSpPr>
        <p:spPr>
          <a:xfrm>
            <a:off x="9991440" y="2993040"/>
            <a:ext cx="267480" cy="200160"/>
          </a:xfrm>
          <a:custGeom>
            <a:avLst/>
            <a:gdLst/>
            <a:ahLst/>
            <a:rect l="l" t="t" r="r" b="b"/>
            <a:pathLst>
              <a:path w="268604" h="201294">
                <a:moveTo>
                  <a:pt x="134111" y="0"/>
                </a:moveTo>
                <a:lnTo>
                  <a:pt x="81920" y="7911"/>
                </a:lnTo>
                <a:lnTo>
                  <a:pt x="39290" y="29479"/>
                </a:lnTo>
                <a:lnTo>
                  <a:pt x="10542" y="61454"/>
                </a:lnTo>
                <a:lnTo>
                  <a:pt x="0" y="100584"/>
                </a:lnTo>
                <a:lnTo>
                  <a:pt x="10542" y="139713"/>
                </a:lnTo>
                <a:lnTo>
                  <a:pt x="39290" y="171688"/>
                </a:lnTo>
                <a:lnTo>
                  <a:pt x="81920" y="193256"/>
                </a:lnTo>
                <a:lnTo>
                  <a:pt x="134111" y="201167"/>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330066"/>
          </a:solidFill>
          <a:ln>
            <a:noFill/>
          </a:ln>
        </p:spPr>
        <p:style>
          <a:lnRef idx="0"/>
          <a:fillRef idx="0"/>
          <a:effectRef idx="0"/>
          <a:fontRef idx="minor"/>
        </p:style>
      </p:sp>
      <p:sp>
        <p:nvSpPr>
          <p:cNvPr id="34" name="CustomShape 4"/>
          <p:cNvSpPr/>
          <p:nvPr/>
        </p:nvSpPr>
        <p:spPr>
          <a:xfrm>
            <a:off x="10369440" y="2993040"/>
            <a:ext cx="268920" cy="200160"/>
          </a:xfrm>
          <a:custGeom>
            <a:avLst/>
            <a:gdLst/>
            <a:ahLst/>
            <a:rect l="l" t="t" r="r" b="b"/>
            <a:pathLst>
              <a:path w="269875" h="201294">
                <a:moveTo>
                  <a:pt x="134874" y="0"/>
                </a:moveTo>
                <a:lnTo>
                  <a:pt x="82349" y="7911"/>
                </a:lnTo>
                <a:lnTo>
                  <a:pt x="39481" y="29479"/>
                </a:lnTo>
                <a:lnTo>
                  <a:pt x="10590" y="61454"/>
                </a:lnTo>
                <a:lnTo>
                  <a:pt x="0" y="100584"/>
                </a:lnTo>
                <a:lnTo>
                  <a:pt x="10590" y="139713"/>
                </a:lnTo>
                <a:lnTo>
                  <a:pt x="39481" y="171688"/>
                </a:lnTo>
                <a:lnTo>
                  <a:pt x="82349" y="193256"/>
                </a:lnTo>
                <a:lnTo>
                  <a:pt x="134874" y="201167"/>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330066"/>
          </a:solidFill>
          <a:ln>
            <a:noFill/>
          </a:ln>
        </p:spPr>
        <p:style>
          <a:lnRef idx="0"/>
          <a:fillRef idx="0"/>
          <a:effectRef idx="0"/>
          <a:fontRef idx="minor"/>
        </p:style>
      </p:sp>
      <p:sp>
        <p:nvSpPr>
          <p:cNvPr id="35" name="CustomShape 5"/>
          <p:cNvSpPr/>
          <p:nvPr/>
        </p:nvSpPr>
        <p:spPr>
          <a:xfrm>
            <a:off x="10748880" y="2993040"/>
            <a:ext cx="267480" cy="200160"/>
          </a:xfrm>
          <a:custGeom>
            <a:avLst/>
            <a:gdLst/>
            <a:ahLst/>
            <a:rect l="l" t="t" r="r" b="b"/>
            <a:pathLst>
              <a:path w="268604" h="201294">
                <a:moveTo>
                  <a:pt x="134111" y="0"/>
                </a:moveTo>
                <a:lnTo>
                  <a:pt x="81920" y="7911"/>
                </a:lnTo>
                <a:lnTo>
                  <a:pt x="39290" y="29479"/>
                </a:lnTo>
                <a:lnTo>
                  <a:pt x="10542" y="61454"/>
                </a:lnTo>
                <a:lnTo>
                  <a:pt x="0" y="100584"/>
                </a:lnTo>
                <a:lnTo>
                  <a:pt x="10542" y="139713"/>
                </a:lnTo>
                <a:lnTo>
                  <a:pt x="39290" y="171688"/>
                </a:lnTo>
                <a:lnTo>
                  <a:pt x="81920" y="193256"/>
                </a:lnTo>
                <a:lnTo>
                  <a:pt x="134111" y="201167"/>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330066"/>
          </a:solidFill>
          <a:ln>
            <a:noFill/>
          </a:ln>
        </p:spPr>
        <p:style>
          <a:lnRef idx="0"/>
          <a:fillRef idx="0"/>
          <a:effectRef idx="0"/>
          <a:fontRef idx="minor"/>
        </p:style>
      </p:sp>
      <p:sp>
        <p:nvSpPr>
          <p:cNvPr id="36" name="CustomShape 6"/>
          <p:cNvSpPr/>
          <p:nvPr/>
        </p:nvSpPr>
        <p:spPr>
          <a:xfrm>
            <a:off x="9991440" y="3276720"/>
            <a:ext cx="267480" cy="200160"/>
          </a:xfrm>
          <a:custGeom>
            <a:avLst/>
            <a:gdLst/>
            <a:ahLst/>
            <a:rect l="l" t="t" r="r" b="b"/>
            <a:pathLst>
              <a:path w="268604" h="201295">
                <a:moveTo>
                  <a:pt x="134111" y="0"/>
                </a:moveTo>
                <a:lnTo>
                  <a:pt x="81920" y="7911"/>
                </a:lnTo>
                <a:lnTo>
                  <a:pt x="39290" y="29479"/>
                </a:lnTo>
                <a:lnTo>
                  <a:pt x="10542" y="61454"/>
                </a:lnTo>
                <a:lnTo>
                  <a:pt x="0" y="100584"/>
                </a:lnTo>
                <a:lnTo>
                  <a:pt x="10542" y="139713"/>
                </a:lnTo>
                <a:lnTo>
                  <a:pt x="39290" y="171688"/>
                </a:lnTo>
                <a:lnTo>
                  <a:pt x="81920" y="193256"/>
                </a:lnTo>
                <a:lnTo>
                  <a:pt x="134111" y="201167"/>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330066"/>
          </a:solidFill>
          <a:ln>
            <a:noFill/>
          </a:ln>
        </p:spPr>
        <p:style>
          <a:lnRef idx="0"/>
          <a:fillRef idx="0"/>
          <a:effectRef idx="0"/>
          <a:fontRef idx="minor"/>
        </p:style>
      </p:sp>
      <p:sp>
        <p:nvSpPr>
          <p:cNvPr id="37" name="CustomShape 7"/>
          <p:cNvSpPr/>
          <p:nvPr/>
        </p:nvSpPr>
        <p:spPr>
          <a:xfrm>
            <a:off x="10369440" y="327672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7"/>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330066"/>
          </a:solidFill>
          <a:ln>
            <a:noFill/>
          </a:ln>
        </p:spPr>
        <p:style>
          <a:lnRef idx="0"/>
          <a:fillRef idx="0"/>
          <a:effectRef idx="0"/>
          <a:fontRef idx="minor"/>
        </p:style>
      </p:sp>
      <p:sp>
        <p:nvSpPr>
          <p:cNvPr id="38" name="CustomShape 8"/>
          <p:cNvSpPr/>
          <p:nvPr/>
        </p:nvSpPr>
        <p:spPr>
          <a:xfrm>
            <a:off x="10748880" y="3276720"/>
            <a:ext cx="267480" cy="200160"/>
          </a:xfrm>
          <a:custGeom>
            <a:avLst/>
            <a:gdLst/>
            <a:ahLst/>
            <a:rect l="l" t="t" r="r" b="b"/>
            <a:pathLst>
              <a:path w="268604" h="201295">
                <a:moveTo>
                  <a:pt x="134111" y="0"/>
                </a:moveTo>
                <a:lnTo>
                  <a:pt x="81920" y="7911"/>
                </a:lnTo>
                <a:lnTo>
                  <a:pt x="39290" y="29479"/>
                </a:lnTo>
                <a:lnTo>
                  <a:pt x="10542" y="61454"/>
                </a:lnTo>
                <a:lnTo>
                  <a:pt x="0" y="100584"/>
                </a:lnTo>
                <a:lnTo>
                  <a:pt x="10542" y="139713"/>
                </a:lnTo>
                <a:lnTo>
                  <a:pt x="39290" y="171688"/>
                </a:lnTo>
                <a:lnTo>
                  <a:pt x="81920" y="193256"/>
                </a:lnTo>
                <a:lnTo>
                  <a:pt x="134111" y="201167"/>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330066"/>
          </a:solidFill>
          <a:ln>
            <a:noFill/>
          </a:ln>
        </p:spPr>
        <p:style>
          <a:lnRef idx="0"/>
          <a:fillRef idx="0"/>
          <a:effectRef idx="0"/>
          <a:fontRef idx="minor"/>
        </p:style>
      </p:sp>
      <p:sp>
        <p:nvSpPr>
          <p:cNvPr id="39" name="CustomShape 9"/>
          <p:cNvSpPr/>
          <p:nvPr/>
        </p:nvSpPr>
        <p:spPr>
          <a:xfrm>
            <a:off x="11126880" y="327672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7"/>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669999"/>
          </a:solidFill>
          <a:ln>
            <a:noFill/>
          </a:ln>
        </p:spPr>
        <p:style>
          <a:lnRef idx="0"/>
          <a:fillRef idx="0"/>
          <a:effectRef idx="0"/>
          <a:fontRef idx="minor"/>
        </p:style>
      </p:sp>
      <p:sp>
        <p:nvSpPr>
          <p:cNvPr id="40" name="CustomShape 10"/>
          <p:cNvSpPr/>
          <p:nvPr/>
        </p:nvSpPr>
        <p:spPr>
          <a:xfrm>
            <a:off x="9991440" y="3560040"/>
            <a:ext cx="267480" cy="201960"/>
          </a:xfrm>
          <a:custGeom>
            <a:avLst/>
            <a:gdLst/>
            <a:ahLst/>
            <a:rect l="l" t="t" r="r" b="b"/>
            <a:pathLst>
              <a:path w="268604" h="203200">
                <a:moveTo>
                  <a:pt x="134111" y="0"/>
                </a:moveTo>
                <a:lnTo>
                  <a:pt x="81920" y="7959"/>
                </a:lnTo>
                <a:lnTo>
                  <a:pt x="39290" y="29670"/>
                </a:lnTo>
                <a:lnTo>
                  <a:pt x="10542" y="61882"/>
                </a:lnTo>
                <a:lnTo>
                  <a:pt x="0" y="101346"/>
                </a:lnTo>
                <a:lnTo>
                  <a:pt x="10542" y="140809"/>
                </a:lnTo>
                <a:lnTo>
                  <a:pt x="39290" y="173021"/>
                </a:lnTo>
                <a:lnTo>
                  <a:pt x="81920" y="194732"/>
                </a:lnTo>
                <a:lnTo>
                  <a:pt x="134111" y="202692"/>
                </a:lnTo>
                <a:lnTo>
                  <a:pt x="186303" y="194732"/>
                </a:lnTo>
                <a:lnTo>
                  <a:pt x="228933" y="173021"/>
                </a:lnTo>
                <a:lnTo>
                  <a:pt x="257681" y="140809"/>
                </a:lnTo>
                <a:lnTo>
                  <a:pt x="268224" y="101346"/>
                </a:lnTo>
                <a:lnTo>
                  <a:pt x="257681" y="61882"/>
                </a:lnTo>
                <a:lnTo>
                  <a:pt x="228933" y="29670"/>
                </a:lnTo>
                <a:lnTo>
                  <a:pt x="186303" y="7959"/>
                </a:lnTo>
                <a:lnTo>
                  <a:pt x="134111" y="0"/>
                </a:lnTo>
                <a:close/>
              </a:path>
            </a:pathLst>
          </a:custGeom>
          <a:solidFill>
            <a:srgbClr val="330066"/>
          </a:solidFill>
          <a:ln>
            <a:noFill/>
          </a:ln>
        </p:spPr>
        <p:style>
          <a:lnRef idx="0"/>
          <a:fillRef idx="0"/>
          <a:effectRef idx="0"/>
          <a:fontRef idx="minor"/>
        </p:style>
      </p:sp>
      <p:sp>
        <p:nvSpPr>
          <p:cNvPr id="41" name="CustomShape 11"/>
          <p:cNvSpPr/>
          <p:nvPr/>
        </p:nvSpPr>
        <p:spPr>
          <a:xfrm>
            <a:off x="10369440" y="3560040"/>
            <a:ext cx="268920" cy="201960"/>
          </a:xfrm>
          <a:custGeom>
            <a:avLst/>
            <a:gdLst/>
            <a:ahLst/>
            <a:rect l="l" t="t" r="r" b="b"/>
            <a:pathLst>
              <a:path w="269875" h="203200">
                <a:moveTo>
                  <a:pt x="134874" y="0"/>
                </a:moveTo>
                <a:lnTo>
                  <a:pt x="82349" y="7959"/>
                </a:lnTo>
                <a:lnTo>
                  <a:pt x="39481" y="29670"/>
                </a:lnTo>
                <a:lnTo>
                  <a:pt x="10590" y="61882"/>
                </a:lnTo>
                <a:lnTo>
                  <a:pt x="0" y="101346"/>
                </a:lnTo>
                <a:lnTo>
                  <a:pt x="10590" y="140809"/>
                </a:lnTo>
                <a:lnTo>
                  <a:pt x="39481" y="173021"/>
                </a:lnTo>
                <a:lnTo>
                  <a:pt x="82349" y="194732"/>
                </a:lnTo>
                <a:lnTo>
                  <a:pt x="134874" y="202692"/>
                </a:lnTo>
                <a:lnTo>
                  <a:pt x="187398" y="194732"/>
                </a:lnTo>
                <a:lnTo>
                  <a:pt x="230266" y="173021"/>
                </a:lnTo>
                <a:lnTo>
                  <a:pt x="259157" y="140809"/>
                </a:lnTo>
                <a:lnTo>
                  <a:pt x="269748" y="101346"/>
                </a:lnTo>
                <a:lnTo>
                  <a:pt x="259157" y="61882"/>
                </a:lnTo>
                <a:lnTo>
                  <a:pt x="230266" y="29670"/>
                </a:lnTo>
                <a:lnTo>
                  <a:pt x="187398" y="7959"/>
                </a:lnTo>
                <a:lnTo>
                  <a:pt x="134874" y="0"/>
                </a:lnTo>
                <a:close/>
              </a:path>
            </a:pathLst>
          </a:custGeom>
          <a:solidFill>
            <a:srgbClr val="330066"/>
          </a:solidFill>
          <a:ln>
            <a:noFill/>
          </a:ln>
        </p:spPr>
        <p:style>
          <a:lnRef idx="0"/>
          <a:fillRef idx="0"/>
          <a:effectRef idx="0"/>
          <a:fontRef idx="minor"/>
        </p:style>
      </p:sp>
      <p:sp>
        <p:nvSpPr>
          <p:cNvPr id="42" name="CustomShape 12"/>
          <p:cNvSpPr/>
          <p:nvPr/>
        </p:nvSpPr>
        <p:spPr>
          <a:xfrm>
            <a:off x="10748880" y="3560040"/>
            <a:ext cx="267480" cy="201960"/>
          </a:xfrm>
          <a:custGeom>
            <a:avLst/>
            <a:gdLst/>
            <a:ahLst/>
            <a:rect l="l" t="t" r="r" b="b"/>
            <a:pathLst>
              <a:path w="268604" h="203200">
                <a:moveTo>
                  <a:pt x="134111" y="0"/>
                </a:moveTo>
                <a:lnTo>
                  <a:pt x="81920" y="7959"/>
                </a:lnTo>
                <a:lnTo>
                  <a:pt x="39290" y="29670"/>
                </a:lnTo>
                <a:lnTo>
                  <a:pt x="10542" y="61882"/>
                </a:lnTo>
                <a:lnTo>
                  <a:pt x="0" y="101346"/>
                </a:lnTo>
                <a:lnTo>
                  <a:pt x="10542" y="140809"/>
                </a:lnTo>
                <a:lnTo>
                  <a:pt x="39290" y="173021"/>
                </a:lnTo>
                <a:lnTo>
                  <a:pt x="81920" y="194732"/>
                </a:lnTo>
                <a:lnTo>
                  <a:pt x="134111" y="202692"/>
                </a:lnTo>
                <a:lnTo>
                  <a:pt x="186303" y="194732"/>
                </a:lnTo>
                <a:lnTo>
                  <a:pt x="228933" y="173021"/>
                </a:lnTo>
                <a:lnTo>
                  <a:pt x="257681" y="140809"/>
                </a:lnTo>
                <a:lnTo>
                  <a:pt x="268224" y="101346"/>
                </a:lnTo>
                <a:lnTo>
                  <a:pt x="257681" y="61882"/>
                </a:lnTo>
                <a:lnTo>
                  <a:pt x="228933" y="29670"/>
                </a:lnTo>
                <a:lnTo>
                  <a:pt x="186303" y="7959"/>
                </a:lnTo>
                <a:lnTo>
                  <a:pt x="134111" y="0"/>
                </a:lnTo>
                <a:close/>
              </a:path>
            </a:pathLst>
          </a:custGeom>
          <a:solidFill>
            <a:srgbClr val="669999"/>
          </a:solidFill>
          <a:ln>
            <a:noFill/>
          </a:ln>
        </p:spPr>
        <p:style>
          <a:lnRef idx="0"/>
          <a:fillRef idx="0"/>
          <a:effectRef idx="0"/>
          <a:fontRef idx="minor"/>
        </p:style>
      </p:sp>
      <p:sp>
        <p:nvSpPr>
          <p:cNvPr id="43" name="CustomShape 13"/>
          <p:cNvSpPr/>
          <p:nvPr/>
        </p:nvSpPr>
        <p:spPr>
          <a:xfrm>
            <a:off x="11126880" y="3560040"/>
            <a:ext cx="268920" cy="201960"/>
          </a:xfrm>
          <a:custGeom>
            <a:avLst/>
            <a:gdLst/>
            <a:ahLst/>
            <a:rect l="l" t="t" r="r" b="b"/>
            <a:pathLst>
              <a:path w="269875" h="203200">
                <a:moveTo>
                  <a:pt x="134874" y="0"/>
                </a:moveTo>
                <a:lnTo>
                  <a:pt x="82349" y="7959"/>
                </a:lnTo>
                <a:lnTo>
                  <a:pt x="39481" y="29670"/>
                </a:lnTo>
                <a:lnTo>
                  <a:pt x="10590" y="61882"/>
                </a:lnTo>
                <a:lnTo>
                  <a:pt x="0" y="101346"/>
                </a:lnTo>
                <a:lnTo>
                  <a:pt x="10590" y="140809"/>
                </a:lnTo>
                <a:lnTo>
                  <a:pt x="39481" y="173021"/>
                </a:lnTo>
                <a:lnTo>
                  <a:pt x="82349" y="194732"/>
                </a:lnTo>
                <a:lnTo>
                  <a:pt x="134874" y="202692"/>
                </a:lnTo>
                <a:lnTo>
                  <a:pt x="187398" y="194732"/>
                </a:lnTo>
                <a:lnTo>
                  <a:pt x="230266" y="173021"/>
                </a:lnTo>
                <a:lnTo>
                  <a:pt x="259157" y="140809"/>
                </a:lnTo>
                <a:lnTo>
                  <a:pt x="269748" y="101346"/>
                </a:lnTo>
                <a:lnTo>
                  <a:pt x="259157" y="61882"/>
                </a:lnTo>
                <a:lnTo>
                  <a:pt x="230266" y="29670"/>
                </a:lnTo>
                <a:lnTo>
                  <a:pt x="187398" y="7959"/>
                </a:lnTo>
                <a:lnTo>
                  <a:pt x="134874" y="0"/>
                </a:lnTo>
                <a:close/>
              </a:path>
            </a:pathLst>
          </a:custGeom>
          <a:solidFill>
            <a:srgbClr val="669999"/>
          </a:solidFill>
          <a:ln>
            <a:noFill/>
          </a:ln>
        </p:spPr>
        <p:style>
          <a:lnRef idx="0"/>
          <a:fillRef idx="0"/>
          <a:effectRef idx="0"/>
          <a:fontRef idx="minor"/>
        </p:style>
      </p:sp>
      <p:sp>
        <p:nvSpPr>
          <p:cNvPr id="44" name="CustomShape 14"/>
          <p:cNvSpPr/>
          <p:nvPr/>
        </p:nvSpPr>
        <p:spPr>
          <a:xfrm>
            <a:off x="11506320" y="3560040"/>
            <a:ext cx="267480" cy="201960"/>
          </a:xfrm>
          <a:custGeom>
            <a:avLst/>
            <a:gdLst/>
            <a:ahLst/>
            <a:rect l="l" t="t" r="r" b="b"/>
            <a:pathLst>
              <a:path w="268604" h="203200">
                <a:moveTo>
                  <a:pt x="134111" y="0"/>
                </a:moveTo>
                <a:lnTo>
                  <a:pt x="81920" y="7959"/>
                </a:lnTo>
                <a:lnTo>
                  <a:pt x="39290" y="29670"/>
                </a:lnTo>
                <a:lnTo>
                  <a:pt x="10542" y="61882"/>
                </a:lnTo>
                <a:lnTo>
                  <a:pt x="0" y="101346"/>
                </a:lnTo>
                <a:lnTo>
                  <a:pt x="10542" y="140809"/>
                </a:lnTo>
                <a:lnTo>
                  <a:pt x="39290" y="173021"/>
                </a:lnTo>
                <a:lnTo>
                  <a:pt x="81920" y="194732"/>
                </a:lnTo>
                <a:lnTo>
                  <a:pt x="134111" y="202692"/>
                </a:lnTo>
                <a:lnTo>
                  <a:pt x="186303" y="194732"/>
                </a:lnTo>
                <a:lnTo>
                  <a:pt x="228933" y="173021"/>
                </a:lnTo>
                <a:lnTo>
                  <a:pt x="257681" y="140809"/>
                </a:lnTo>
                <a:lnTo>
                  <a:pt x="268224" y="101346"/>
                </a:lnTo>
                <a:lnTo>
                  <a:pt x="257681" y="61882"/>
                </a:lnTo>
                <a:lnTo>
                  <a:pt x="228933" y="29670"/>
                </a:lnTo>
                <a:lnTo>
                  <a:pt x="186303" y="7959"/>
                </a:lnTo>
                <a:lnTo>
                  <a:pt x="134111" y="0"/>
                </a:lnTo>
                <a:close/>
              </a:path>
            </a:pathLst>
          </a:custGeom>
          <a:solidFill>
            <a:srgbClr val="cccc00"/>
          </a:solidFill>
          <a:ln>
            <a:noFill/>
          </a:ln>
        </p:spPr>
        <p:style>
          <a:lnRef idx="0"/>
          <a:fillRef idx="0"/>
          <a:effectRef idx="0"/>
          <a:fontRef idx="minor"/>
        </p:style>
      </p:sp>
      <p:sp>
        <p:nvSpPr>
          <p:cNvPr id="45" name="CustomShape 15"/>
          <p:cNvSpPr/>
          <p:nvPr/>
        </p:nvSpPr>
        <p:spPr>
          <a:xfrm>
            <a:off x="9991440" y="3843360"/>
            <a:ext cx="267480" cy="201960"/>
          </a:xfrm>
          <a:custGeom>
            <a:avLst/>
            <a:gdLst/>
            <a:ahLst/>
            <a:rect l="l" t="t" r="r" b="b"/>
            <a:pathLst>
              <a:path w="268604" h="203200">
                <a:moveTo>
                  <a:pt x="134111" y="0"/>
                </a:moveTo>
                <a:lnTo>
                  <a:pt x="81920" y="7959"/>
                </a:lnTo>
                <a:lnTo>
                  <a:pt x="39290" y="29670"/>
                </a:lnTo>
                <a:lnTo>
                  <a:pt x="10542" y="61882"/>
                </a:lnTo>
                <a:lnTo>
                  <a:pt x="0" y="101346"/>
                </a:lnTo>
                <a:lnTo>
                  <a:pt x="10542" y="140809"/>
                </a:lnTo>
                <a:lnTo>
                  <a:pt x="39290" y="173021"/>
                </a:lnTo>
                <a:lnTo>
                  <a:pt x="81920" y="194732"/>
                </a:lnTo>
                <a:lnTo>
                  <a:pt x="134111" y="202692"/>
                </a:lnTo>
                <a:lnTo>
                  <a:pt x="186303" y="194732"/>
                </a:lnTo>
                <a:lnTo>
                  <a:pt x="228933" y="173021"/>
                </a:lnTo>
                <a:lnTo>
                  <a:pt x="257681" y="140809"/>
                </a:lnTo>
                <a:lnTo>
                  <a:pt x="268224" y="101346"/>
                </a:lnTo>
                <a:lnTo>
                  <a:pt x="257681" y="61882"/>
                </a:lnTo>
                <a:lnTo>
                  <a:pt x="228933" y="29670"/>
                </a:lnTo>
                <a:lnTo>
                  <a:pt x="186303" y="7959"/>
                </a:lnTo>
                <a:lnTo>
                  <a:pt x="134111" y="0"/>
                </a:lnTo>
                <a:close/>
              </a:path>
            </a:pathLst>
          </a:custGeom>
          <a:solidFill>
            <a:srgbClr val="330066"/>
          </a:solidFill>
          <a:ln>
            <a:noFill/>
          </a:ln>
        </p:spPr>
        <p:style>
          <a:lnRef idx="0"/>
          <a:fillRef idx="0"/>
          <a:effectRef idx="0"/>
          <a:fontRef idx="minor"/>
        </p:style>
      </p:sp>
      <p:sp>
        <p:nvSpPr>
          <p:cNvPr id="46" name="CustomShape 16"/>
          <p:cNvSpPr/>
          <p:nvPr/>
        </p:nvSpPr>
        <p:spPr>
          <a:xfrm>
            <a:off x="10369440" y="3843360"/>
            <a:ext cx="268920" cy="201960"/>
          </a:xfrm>
          <a:custGeom>
            <a:avLst/>
            <a:gdLst/>
            <a:ahLst/>
            <a:rect l="l" t="t" r="r" b="b"/>
            <a:pathLst>
              <a:path w="269875" h="203200">
                <a:moveTo>
                  <a:pt x="134874" y="0"/>
                </a:moveTo>
                <a:lnTo>
                  <a:pt x="82349" y="7959"/>
                </a:lnTo>
                <a:lnTo>
                  <a:pt x="39481" y="29670"/>
                </a:lnTo>
                <a:lnTo>
                  <a:pt x="10590" y="61882"/>
                </a:lnTo>
                <a:lnTo>
                  <a:pt x="0" y="101346"/>
                </a:lnTo>
                <a:lnTo>
                  <a:pt x="10590" y="140809"/>
                </a:lnTo>
                <a:lnTo>
                  <a:pt x="39481" y="173021"/>
                </a:lnTo>
                <a:lnTo>
                  <a:pt x="82349" y="194732"/>
                </a:lnTo>
                <a:lnTo>
                  <a:pt x="134874" y="202692"/>
                </a:lnTo>
                <a:lnTo>
                  <a:pt x="187398" y="194732"/>
                </a:lnTo>
                <a:lnTo>
                  <a:pt x="230266" y="173021"/>
                </a:lnTo>
                <a:lnTo>
                  <a:pt x="259157" y="140809"/>
                </a:lnTo>
                <a:lnTo>
                  <a:pt x="269748" y="101346"/>
                </a:lnTo>
                <a:lnTo>
                  <a:pt x="259157" y="61882"/>
                </a:lnTo>
                <a:lnTo>
                  <a:pt x="230266" y="29670"/>
                </a:lnTo>
                <a:lnTo>
                  <a:pt x="187398" y="7959"/>
                </a:lnTo>
                <a:lnTo>
                  <a:pt x="134874" y="0"/>
                </a:lnTo>
                <a:close/>
              </a:path>
            </a:pathLst>
          </a:custGeom>
          <a:solidFill>
            <a:srgbClr val="669999"/>
          </a:solidFill>
          <a:ln>
            <a:noFill/>
          </a:ln>
        </p:spPr>
        <p:style>
          <a:lnRef idx="0"/>
          <a:fillRef idx="0"/>
          <a:effectRef idx="0"/>
          <a:fontRef idx="minor"/>
        </p:style>
      </p:sp>
      <p:sp>
        <p:nvSpPr>
          <p:cNvPr id="47" name="CustomShape 17"/>
          <p:cNvSpPr/>
          <p:nvPr/>
        </p:nvSpPr>
        <p:spPr>
          <a:xfrm>
            <a:off x="10748880" y="3843360"/>
            <a:ext cx="267480" cy="201960"/>
          </a:xfrm>
          <a:custGeom>
            <a:avLst/>
            <a:gdLst/>
            <a:ahLst/>
            <a:rect l="l" t="t" r="r" b="b"/>
            <a:pathLst>
              <a:path w="268604" h="203200">
                <a:moveTo>
                  <a:pt x="134111" y="0"/>
                </a:moveTo>
                <a:lnTo>
                  <a:pt x="81920" y="7959"/>
                </a:lnTo>
                <a:lnTo>
                  <a:pt x="39290" y="29670"/>
                </a:lnTo>
                <a:lnTo>
                  <a:pt x="10542" y="61882"/>
                </a:lnTo>
                <a:lnTo>
                  <a:pt x="0" y="101346"/>
                </a:lnTo>
                <a:lnTo>
                  <a:pt x="10542" y="140809"/>
                </a:lnTo>
                <a:lnTo>
                  <a:pt x="39290" y="173021"/>
                </a:lnTo>
                <a:lnTo>
                  <a:pt x="81920" y="194732"/>
                </a:lnTo>
                <a:lnTo>
                  <a:pt x="134111" y="202692"/>
                </a:lnTo>
                <a:lnTo>
                  <a:pt x="186303" y="194732"/>
                </a:lnTo>
                <a:lnTo>
                  <a:pt x="228933" y="173021"/>
                </a:lnTo>
                <a:lnTo>
                  <a:pt x="257681" y="140809"/>
                </a:lnTo>
                <a:lnTo>
                  <a:pt x="268224" y="101346"/>
                </a:lnTo>
                <a:lnTo>
                  <a:pt x="257681" y="61882"/>
                </a:lnTo>
                <a:lnTo>
                  <a:pt x="228933" y="29670"/>
                </a:lnTo>
                <a:lnTo>
                  <a:pt x="186303" y="7959"/>
                </a:lnTo>
                <a:lnTo>
                  <a:pt x="134111" y="0"/>
                </a:lnTo>
                <a:close/>
              </a:path>
            </a:pathLst>
          </a:custGeom>
          <a:solidFill>
            <a:srgbClr val="669999"/>
          </a:solidFill>
          <a:ln>
            <a:noFill/>
          </a:ln>
        </p:spPr>
        <p:style>
          <a:lnRef idx="0"/>
          <a:fillRef idx="0"/>
          <a:effectRef idx="0"/>
          <a:fontRef idx="minor"/>
        </p:style>
      </p:sp>
      <p:sp>
        <p:nvSpPr>
          <p:cNvPr id="48" name="CustomShape 18"/>
          <p:cNvSpPr/>
          <p:nvPr/>
        </p:nvSpPr>
        <p:spPr>
          <a:xfrm>
            <a:off x="11126880" y="3843360"/>
            <a:ext cx="268920" cy="201960"/>
          </a:xfrm>
          <a:custGeom>
            <a:avLst/>
            <a:gdLst/>
            <a:ahLst/>
            <a:rect l="l" t="t" r="r" b="b"/>
            <a:pathLst>
              <a:path w="269875" h="203200">
                <a:moveTo>
                  <a:pt x="134874" y="0"/>
                </a:moveTo>
                <a:lnTo>
                  <a:pt x="82349" y="7959"/>
                </a:lnTo>
                <a:lnTo>
                  <a:pt x="39481" y="29670"/>
                </a:lnTo>
                <a:lnTo>
                  <a:pt x="10590" y="61882"/>
                </a:lnTo>
                <a:lnTo>
                  <a:pt x="0" y="101346"/>
                </a:lnTo>
                <a:lnTo>
                  <a:pt x="10590" y="140809"/>
                </a:lnTo>
                <a:lnTo>
                  <a:pt x="39481" y="173021"/>
                </a:lnTo>
                <a:lnTo>
                  <a:pt x="82349" y="194732"/>
                </a:lnTo>
                <a:lnTo>
                  <a:pt x="134874" y="202692"/>
                </a:lnTo>
                <a:lnTo>
                  <a:pt x="187398" y="194732"/>
                </a:lnTo>
                <a:lnTo>
                  <a:pt x="230266" y="173021"/>
                </a:lnTo>
                <a:lnTo>
                  <a:pt x="259157" y="140809"/>
                </a:lnTo>
                <a:lnTo>
                  <a:pt x="269748" y="101346"/>
                </a:lnTo>
                <a:lnTo>
                  <a:pt x="259157" y="61882"/>
                </a:lnTo>
                <a:lnTo>
                  <a:pt x="230266" y="29670"/>
                </a:lnTo>
                <a:lnTo>
                  <a:pt x="187398" y="7959"/>
                </a:lnTo>
                <a:lnTo>
                  <a:pt x="134874" y="0"/>
                </a:lnTo>
                <a:close/>
              </a:path>
            </a:pathLst>
          </a:custGeom>
          <a:solidFill>
            <a:srgbClr val="cccc00"/>
          </a:solidFill>
          <a:ln>
            <a:noFill/>
          </a:ln>
        </p:spPr>
        <p:style>
          <a:lnRef idx="0"/>
          <a:fillRef idx="0"/>
          <a:effectRef idx="0"/>
          <a:fontRef idx="minor"/>
        </p:style>
      </p:sp>
      <p:sp>
        <p:nvSpPr>
          <p:cNvPr id="49" name="CustomShape 19"/>
          <p:cNvSpPr/>
          <p:nvPr/>
        </p:nvSpPr>
        <p:spPr>
          <a:xfrm>
            <a:off x="9991440" y="4127040"/>
            <a:ext cx="267480" cy="203400"/>
          </a:xfrm>
          <a:custGeom>
            <a:avLst/>
            <a:gdLst/>
            <a:ahLst/>
            <a:rect l="l" t="t" r="r" b="b"/>
            <a:pathLst>
              <a:path w="268604" h="204470">
                <a:moveTo>
                  <a:pt x="134111" y="0"/>
                </a:moveTo>
                <a:lnTo>
                  <a:pt x="81920" y="8024"/>
                </a:lnTo>
                <a:lnTo>
                  <a:pt x="39290" y="29908"/>
                </a:lnTo>
                <a:lnTo>
                  <a:pt x="10542" y="62364"/>
                </a:lnTo>
                <a:lnTo>
                  <a:pt x="0" y="102107"/>
                </a:lnTo>
                <a:lnTo>
                  <a:pt x="10542" y="141851"/>
                </a:lnTo>
                <a:lnTo>
                  <a:pt x="39290" y="174307"/>
                </a:lnTo>
                <a:lnTo>
                  <a:pt x="81920" y="196191"/>
                </a:lnTo>
                <a:lnTo>
                  <a:pt x="134111" y="204215"/>
                </a:lnTo>
                <a:lnTo>
                  <a:pt x="186303" y="196191"/>
                </a:lnTo>
                <a:lnTo>
                  <a:pt x="228933" y="174307"/>
                </a:lnTo>
                <a:lnTo>
                  <a:pt x="257681" y="141851"/>
                </a:lnTo>
                <a:lnTo>
                  <a:pt x="268224" y="102107"/>
                </a:lnTo>
                <a:lnTo>
                  <a:pt x="257681" y="62364"/>
                </a:lnTo>
                <a:lnTo>
                  <a:pt x="228933" y="29908"/>
                </a:lnTo>
                <a:lnTo>
                  <a:pt x="186303" y="8024"/>
                </a:lnTo>
                <a:lnTo>
                  <a:pt x="134111" y="0"/>
                </a:lnTo>
                <a:close/>
              </a:path>
            </a:pathLst>
          </a:custGeom>
          <a:solidFill>
            <a:srgbClr val="669999"/>
          </a:solidFill>
          <a:ln>
            <a:noFill/>
          </a:ln>
        </p:spPr>
        <p:style>
          <a:lnRef idx="0"/>
          <a:fillRef idx="0"/>
          <a:effectRef idx="0"/>
          <a:fontRef idx="minor"/>
        </p:style>
      </p:sp>
      <p:sp>
        <p:nvSpPr>
          <p:cNvPr id="50" name="CustomShape 20"/>
          <p:cNvSpPr/>
          <p:nvPr/>
        </p:nvSpPr>
        <p:spPr>
          <a:xfrm>
            <a:off x="10369440" y="4127040"/>
            <a:ext cx="268920" cy="203400"/>
          </a:xfrm>
          <a:custGeom>
            <a:avLst/>
            <a:gdLst/>
            <a:ahLst/>
            <a:rect l="l" t="t" r="r" b="b"/>
            <a:pathLst>
              <a:path w="269875" h="204470">
                <a:moveTo>
                  <a:pt x="134874" y="0"/>
                </a:moveTo>
                <a:lnTo>
                  <a:pt x="82349" y="8024"/>
                </a:lnTo>
                <a:lnTo>
                  <a:pt x="39481" y="29908"/>
                </a:lnTo>
                <a:lnTo>
                  <a:pt x="10590" y="62364"/>
                </a:lnTo>
                <a:lnTo>
                  <a:pt x="0" y="102107"/>
                </a:lnTo>
                <a:lnTo>
                  <a:pt x="10590" y="141851"/>
                </a:lnTo>
                <a:lnTo>
                  <a:pt x="39481" y="174307"/>
                </a:lnTo>
                <a:lnTo>
                  <a:pt x="82349" y="196191"/>
                </a:lnTo>
                <a:lnTo>
                  <a:pt x="134874" y="204215"/>
                </a:lnTo>
                <a:lnTo>
                  <a:pt x="187398" y="196191"/>
                </a:lnTo>
                <a:lnTo>
                  <a:pt x="230266" y="174307"/>
                </a:lnTo>
                <a:lnTo>
                  <a:pt x="259157" y="141851"/>
                </a:lnTo>
                <a:lnTo>
                  <a:pt x="269748" y="102107"/>
                </a:lnTo>
                <a:lnTo>
                  <a:pt x="259157" y="62364"/>
                </a:lnTo>
                <a:lnTo>
                  <a:pt x="230266" y="29908"/>
                </a:lnTo>
                <a:lnTo>
                  <a:pt x="187398" y="8024"/>
                </a:lnTo>
                <a:lnTo>
                  <a:pt x="134874" y="0"/>
                </a:lnTo>
                <a:close/>
              </a:path>
            </a:pathLst>
          </a:custGeom>
          <a:solidFill>
            <a:srgbClr val="669999"/>
          </a:solidFill>
          <a:ln>
            <a:noFill/>
          </a:ln>
        </p:spPr>
        <p:style>
          <a:lnRef idx="0"/>
          <a:fillRef idx="0"/>
          <a:effectRef idx="0"/>
          <a:fontRef idx="minor"/>
        </p:style>
      </p:sp>
      <p:sp>
        <p:nvSpPr>
          <p:cNvPr id="51" name="CustomShape 21"/>
          <p:cNvSpPr/>
          <p:nvPr/>
        </p:nvSpPr>
        <p:spPr>
          <a:xfrm>
            <a:off x="10748880" y="4127040"/>
            <a:ext cx="267480" cy="203400"/>
          </a:xfrm>
          <a:custGeom>
            <a:avLst/>
            <a:gdLst/>
            <a:ahLst/>
            <a:rect l="l" t="t" r="r" b="b"/>
            <a:pathLst>
              <a:path w="268604" h="204470">
                <a:moveTo>
                  <a:pt x="134111" y="0"/>
                </a:moveTo>
                <a:lnTo>
                  <a:pt x="81920" y="8024"/>
                </a:lnTo>
                <a:lnTo>
                  <a:pt x="39290" y="29908"/>
                </a:lnTo>
                <a:lnTo>
                  <a:pt x="10542" y="62364"/>
                </a:lnTo>
                <a:lnTo>
                  <a:pt x="0" y="102107"/>
                </a:lnTo>
                <a:lnTo>
                  <a:pt x="10542" y="141851"/>
                </a:lnTo>
                <a:lnTo>
                  <a:pt x="39290" y="174307"/>
                </a:lnTo>
                <a:lnTo>
                  <a:pt x="81920" y="196191"/>
                </a:lnTo>
                <a:lnTo>
                  <a:pt x="134111" y="204215"/>
                </a:lnTo>
                <a:lnTo>
                  <a:pt x="186303" y="196191"/>
                </a:lnTo>
                <a:lnTo>
                  <a:pt x="228933" y="174307"/>
                </a:lnTo>
                <a:lnTo>
                  <a:pt x="257681" y="141851"/>
                </a:lnTo>
                <a:lnTo>
                  <a:pt x="268224" y="102107"/>
                </a:lnTo>
                <a:lnTo>
                  <a:pt x="257681" y="62364"/>
                </a:lnTo>
                <a:lnTo>
                  <a:pt x="228933" y="29908"/>
                </a:lnTo>
                <a:lnTo>
                  <a:pt x="186303" y="8024"/>
                </a:lnTo>
                <a:lnTo>
                  <a:pt x="134111" y="0"/>
                </a:lnTo>
                <a:close/>
              </a:path>
            </a:pathLst>
          </a:custGeom>
          <a:solidFill>
            <a:srgbClr val="cccc00"/>
          </a:solidFill>
          <a:ln>
            <a:noFill/>
          </a:ln>
        </p:spPr>
        <p:style>
          <a:lnRef idx="0"/>
          <a:fillRef idx="0"/>
          <a:effectRef idx="0"/>
          <a:fontRef idx="minor"/>
        </p:style>
      </p:sp>
      <p:sp>
        <p:nvSpPr>
          <p:cNvPr id="52" name="CustomShape 22"/>
          <p:cNvSpPr/>
          <p:nvPr/>
        </p:nvSpPr>
        <p:spPr>
          <a:xfrm>
            <a:off x="11126880" y="4127040"/>
            <a:ext cx="268920" cy="203400"/>
          </a:xfrm>
          <a:custGeom>
            <a:avLst/>
            <a:gdLst/>
            <a:ahLst/>
            <a:rect l="l" t="t" r="r" b="b"/>
            <a:pathLst>
              <a:path w="269875" h="204470">
                <a:moveTo>
                  <a:pt x="134874" y="0"/>
                </a:moveTo>
                <a:lnTo>
                  <a:pt x="82349" y="8024"/>
                </a:lnTo>
                <a:lnTo>
                  <a:pt x="39481" y="29908"/>
                </a:lnTo>
                <a:lnTo>
                  <a:pt x="10590" y="62364"/>
                </a:lnTo>
                <a:lnTo>
                  <a:pt x="0" y="102107"/>
                </a:lnTo>
                <a:lnTo>
                  <a:pt x="10590" y="141851"/>
                </a:lnTo>
                <a:lnTo>
                  <a:pt x="39481" y="174307"/>
                </a:lnTo>
                <a:lnTo>
                  <a:pt x="82349" y="196191"/>
                </a:lnTo>
                <a:lnTo>
                  <a:pt x="134874" y="204215"/>
                </a:lnTo>
                <a:lnTo>
                  <a:pt x="187398" y="196191"/>
                </a:lnTo>
                <a:lnTo>
                  <a:pt x="230266" y="174307"/>
                </a:lnTo>
                <a:lnTo>
                  <a:pt x="259157" y="141851"/>
                </a:lnTo>
                <a:lnTo>
                  <a:pt x="269748" y="102107"/>
                </a:lnTo>
                <a:lnTo>
                  <a:pt x="259157" y="62364"/>
                </a:lnTo>
                <a:lnTo>
                  <a:pt x="230266" y="29908"/>
                </a:lnTo>
                <a:lnTo>
                  <a:pt x="187398" y="8024"/>
                </a:lnTo>
                <a:lnTo>
                  <a:pt x="134874" y="0"/>
                </a:lnTo>
                <a:close/>
              </a:path>
            </a:pathLst>
          </a:custGeom>
          <a:solidFill>
            <a:srgbClr val="cccc00"/>
          </a:solidFill>
          <a:ln>
            <a:noFill/>
          </a:ln>
        </p:spPr>
        <p:style>
          <a:lnRef idx="0"/>
          <a:fillRef idx="0"/>
          <a:effectRef idx="0"/>
          <a:fontRef idx="minor"/>
        </p:style>
      </p:sp>
      <p:sp>
        <p:nvSpPr>
          <p:cNvPr id="53" name="CustomShape 23"/>
          <p:cNvSpPr/>
          <p:nvPr/>
        </p:nvSpPr>
        <p:spPr>
          <a:xfrm>
            <a:off x="11506320" y="4127040"/>
            <a:ext cx="267480" cy="203400"/>
          </a:xfrm>
          <a:custGeom>
            <a:avLst/>
            <a:gdLst/>
            <a:ahLst/>
            <a:rect l="l" t="t" r="r" b="b"/>
            <a:pathLst>
              <a:path w="268604" h="204470">
                <a:moveTo>
                  <a:pt x="134111" y="0"/>
                </a:moveTo>
                <a:lnTo>
                  <a:pt x="81920" y="8024"/>
                </a:lnTo>
                <a:lnTo>
                  <a:pt x="39290" y="29908"/>
                </a:lnTo>
                <a:lnTo>
                  <a:pt x="10542" y="62364"/>
                </a:lnTo>
                <a:lnTo>
                  <a:pt x="0" y="102107"/>
                </a:lnTo>
                <a:lnTo>
                  <a:pt x="10542" y="141851"/>
                </a:lnTo>
                <a:lnTo>
                  <a:pt x="39290" y="174307"/>
                </a:lnTo>
                <a:lnTo>
                  <a:pt x="81920" y="196191"/>
                </a:lnTo>
                <a:lnTo>
                  <a:pt x="134111" y="204215"/>
                </a:lnTo>
                <a:lnTo>
                  <a:pt x="186303" y="196191"/>
                </a:lnTo>
                <a:lnTo>
                  <a:pt x="228933" y="174307"/>
                </a:lnTo>
                <a:lnTo>
                  <a:pt x="257681" y="141851"/>
                </a:lnTo>
                <a:lnTo>
                  <a:pt x="268224" y="102107"/>
                </a:lnTo>
                <a:lnTo>
                  <a:pt x="257681" y="62364"/>
                </a:lnTo>
                <a:lnTo>
                  <a:pt x="228933" y="29908"/>
                </a:lnTo>
                <a:lnTo>
                  <a:pt x="186303" y="8024"/>
                </a:lnTo>
                <a:lnTo>
                  <a:pt x="134111" y="0"/>
                </a:lnTo>
                <a:close/>
              </a:path>
            </a:pathLst>
          </a:custGeom>
          <a:solidFill>
            <a:srgbClr val="d7d7eb"/>
          </a:solidFill>
          <a:ln>
            <a:noFill/>
          </a:ln>
        </p:spPr>
        <p:style>
          <a:lnRef idx="0"/>
          <a:fillRef idx="0"/>
          <a:effectRef idx="0"/>
          <a:fontRef idx="minor"/>
        </p:style>
      </p:sp>
      <p:sp>
        <p:nvSpPr>
          <p:cNvPr id="54" name="CustomShape 24"/>
          <p:cNvSpPr/>
          <p:nvPr/>
        </p:nvSpPr>
        <p:spPr>
          <a:xfrm>
            <a:off x="9991440" y="4411800"/>
            <a:ext cx="267480" cy="200160"/>
          </a:xfrm>
          <a:custGeom>
            <a:avLst/>
            <a:gdLst/>
            <a:ahLst/>
            <a:rect l="l" t="t" r="r" b="b"/>
            <a:pathLst>
              <a:path w="268604" h="201295">
                <a:moveTo>
                  <a:pt x="134111" y="0"/>
                </a:moveTo>
                <a:lnTo>
                  <a:pt x="81920" y="7911"/>
                </a:lnTo>
                <a:lnTo>
                  <a:pt x="39290" y="29479"/>
                </a:lnTo>
                <a:lnTo>
                  <a:pt x="10542" y="61454"/>
                </a:lnTo>
                <a:lnTo>
                  <a:pt x="0" y="100584"/>
                </a:lnTo>
                <a:lnTo>
                  <a:pt x="10542" y="139713"/>
                </a:lnTo>
                <a:lnTo>
                  <a:pt x="39290" y="171688"/>
                </a:lnTo>
                <a:lnTo>
                  <a:pt x="81920" y="193256"/>
                </a:lnTo>
                <a:lnTo>
                  <a:pt x="134111" y="201168"/>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669999"/>
          </a:solidFill>
          <a:ln>
            <a:noFill/>
          </a:ln>
        </p:spPr>
        <p:style>
          <a:lnRef idx="0"/>
          <a:fillRef idx="0"/>
          <a:effectRef idx="0"/>
          <a:fontRef idx="minor"/>
        </p:style>
      </p:sp>
      <p:sp>
        <p:nvSpPr>
          <p:cNvPr id="55" name="CustomShape 25"/>
          <p:cNvSpPr/>
          <p:nvPr/>
        </p:nvSpPr>
        <p:spPr>
          <a:xfrm>
            <a:off x="10369440" y="441180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8"/>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cccc00"/>
          </a:solidFill>
          <a:ln>
            <a:noFill/>
          </a:ln>
        </p:spPr>
        <p:style>
          <a:lnRef idx="0"/>
          <a:fillRef idx="0"/>
          <a:effectRef idx="0"/>
          <a:fontRef idx="minor"/>
        </p:style>
      </p:sp>
      <p:sp>
        <p:nvSpPr>
          <p:cNvPr id="56" name="CustomShape 26"/>
          <p:cNvSpPr/>
          <p:nvPr/>
        </p:nvSpPr>
        <p:spPr>
          <a:xfrm>
            <a:off x="10748880" y="4411800"/>
            <a:ext cx="267480" cy="200160"/>
          </a:xfrm>
          <a:custGeom>
            <a:avLst/>
            <a:gdLst/>
            <a:ahLst/>
            <a:rect l="l" t="t" r="r" b="b"/>
            <a:pathLst>
              <a:path w="268604" h="201295">
                <a:moveTo>
                  <a:pt x="134111" y="0"/>
                </a:moveTo>
                <a:lnTo>
                  <a:pt x="81920" y="7911"/>
                </a:lnTo>
                <a:lnTo>
                  <a:pt x="39290" y="29479"/>
                </a:lnTo>
                <a:lnTo>
                  <a:pt x="10542" y="61454"/>
                </a:lnTo>
                <a:lnTo>
                  <a:pt x="0" y="100584"/>
                </a:lnTo>
                <a:lnTo>
                  <a:pt x="10542" y="139713"/>
                </a:lnTo>
                <a:lnTo>
                  <a:pt x="39290" y="171688"/>
                </a:lnTo>
                <a:lnTo>
                  <a:pt x="81920" y="193256"/>
                </a:lnTo>
                <a:lnTo>
                  <a:pt x="134111" y="201168"/>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cccc00"/>
          </a:solidFill>
          <a:ln>
            <a:noFill/>
          </a:ln>
        </p:spPr>
        <p:style>
          <a:lnRef idx="0"/>
          <a:fillRef idx="0"/>
          <a:effectRef idx="0"/>
          <a:fontRef idx="minor"/>
        </p:style>
      </p:sp>
      <p:sp>
        <p:nvSpPr>
          <p:cNvPr id="57" name="CustomShape 27"/>
          <p:cNvSpPr/>
          <p:nvPr/>
        </p:nvSpPr>
        <p:spPr>
          <a:xfrm>
            <a:off x="11126880" y="441180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8"/>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d7d7eb"/>
          </a:solidFill>
          <a:ln>
            <a:noFill/>
          </a:ln>
        </p:spPr>
        <p:style>
          <a:lnRef idx="0"/>
          <a:fillRef idx="0"/>
          <a:effectRef idx="0"/>
          <a:fontRef idx="minor"/>
        </p:style>
      </p:sp>
      <p:sp>
        <p:nvSpPr>
          <p:cNvPr id="58" name="CustomShape 28"/>
          <p:cNvSpPr/>
          <p:nvPr/>
        </p:nvSpPr>
        <p:spPr>
          <a:xfrm>
            <a:off x="9991440" y="4695480"/>
            <a:ext cx="267480" cy="201960"/>
          </a:xfrm>
          <a:custGeom>
            <a:avLst/>
            <a:gdLst/>
            <a:ahLst/>
            <a:rect l="l" t="t" r="r" b="b"/>
            <a:pathLst>
              <a:path w="268604" h="203200">
                <a:moveTo>
                  <a:pt x="134111" y="0"/>
                </a:moveTo>
                <a:lnTo>
                  <a:pt x="81920" y="7959"/>
                </a:lnTo>
                <a:lnTo>
                  <a:pt x="39290" y="29670"/>
                </a:lnTo>
                <a:lnTo>
                  <a:pt x="10542" y="61882"/>
                </a:lnTo>
                <a:lnTo>
                  <a:pt x="0" y="101345"/>
                </a:lnTo>
                <a:lnTo>
                  <a:pt x="10542" y="140809"/>
                </a:lnTo>
                <a:lnTo>
                  <a:pt x="39290" y="173021"/>
                </a:lnTo>
                <a:lnTo>
                  <a:pt x="81920" y="194732"/>
                </a:lnTo>
                <a:lnTo>
                  <a:pt x="134111" y="202691"/>
                </a:lnTo>
                <a:lnTo>
                  <a:pt x="186303" y="194732"/>
                </a:lnTo>
                <a:lnTo>
                  <a:pt x="228933" y="173021"/>
                </a:lnTo>
                <a:lnTo>
                  <a:pt x="257681" y="140809"/>
                </a:lnTo>
                <a:lnTo>
                  <a:pt x="268224" y="101345"/>
                </a:lnTo>
                <a:lnTo>
                  <a:pt x="257681" y="61882"/>
                </a:lnTo>
                <a:lnTo>
                  <a:pt x="228933" y="29670"/>
                </a:lnTo>
                <a:lnTo>
                  <a:pt x="186303" y="7959"/>
                </a:lnTo>
                <a:lnTo>
                  <a:pt x="134111" y="0"/>
                </a:lnTo>
                <a:close/>
              </a:path>
            </a:pathLst>
          </a:custGeom>
          <a:solidFill>
            <a:srgbClr val="cccc00"/>
          </a:solidFill>
          <a:ln>
            <a:noFill/>
          </a:ln>
        </p:spPr>
        <p:style>
          <a:lnRef idx="0"/>
          <a:fillRef idx="0"/>
          <a:effectRef idx="0"/>
          <a:fontRef idx="minor"/>
        </p:style>
      </p:sp>
      <p:sp>
        <p:nvSpPr>
          <p:cNvPr id="59" name="CustomShape 29"/>
          <p:cNvSpPr/>
          <p:nvPr/>
        </p:nvSpPr>
        <p:spPr>
          <a:xfrm>
            <a:off x="10369440" y="4695480"/>
            <a:ext cx="268920" cy="201960"/>
          </a:xfrm>
          <a:custGeom>
            <a:avLst/>
            <a:gdLst/>
            <a:ahLst/>
            <a:rect l="l" t="t" r="r" b="b"/>
            <a:pathLst>
              <a:path w="269875" h="203200">
                <a:moveTo>
                  <a:pt x="134874" y="0"/>
                </a:moveTo>
                <a:lnTo>
                  <a:pt x="82349" y="7959"/>
                </a:lnTo>
                <a:lnTo>
                  <a:pt x="39481" y="29670"/>
                </a:lnTo>
                <a:lnTo>
                  <a:pt x="10590" y="61882"/>
                </a:lnTo>
                <a:lnTo>
                  <a:pt x="0" y="101345"/>
                </a:lnTo>
                <a:lnTo>
                  <a:pt x="10590" y="140809"/>
                </a:lnTo>
                <a:lnTo>
                  <a:pt x="39481" y="173021"/>
                </a:lnTo>
                <a:lnTo>
                  <a:pt x="82349" y="194732"/>
                </a:lnTo>
                <a:lnTo>
                  <a:pt x="134874" y="202691"/>
                </a:lnTo>
                <a:lnTo>
                  <a:pt x="187398" y="194732"/>
                </a:lnTo>
                <a:lnTo>
                  <a:pt x="230266" y="173021"/>
                </a:lnTo>
                <a:lnTo>
                  <a:pt x="259157" y="140809"/>
                </a:lnTo>
                <a:lnTo>
                  <a:pt x="269748" y="101345"/>
                </a:lnTo>
                <a:lnTo>
                  <a:pt x="259157" y="61882"/>
                </a:lnTo>
                <a:lnTo>
                  <a:pt x="230266" y="29670"/>
                </a:lnTo>
                <a:lnTo>
                  <a:pt x="187398" y="7959"/>
                </a:lnTo>
                <a:lnTo>
                  <a:pt x="134874" y="0"/>
                </a:lnTo>
                <a:close/>
              </a:path>
            </a:pathLst>
          </a:custGeom>
          <a:solidFill>
            <a:srgbClr val="cccc00"/>
          </a:solidFill>
          <a:ln>
            <a:noFill/>
          </a:ln>
        </p:spPr>
        <p:style>
          <a:lnRef idx="0"/>
          <a:fillRef idx="0"/>
          <a:effectRef idx="0"/>
          <a:fontRef idx="minor"/>
        </p:style>
      </p:sp>
      <p:sp>
        <p:nvSpPr>
          <p:cNvPr id="60" name="CustomShape 30"/>
          <p:cNvSpPr/>
          <p:nvPr/>
        </p:nvSpPr>
        <p:spPr>
          <a:xfrm>
            <a:off x="10748880" y="4695480"/>
            <a:ext cx="267480" cy="201960"/>
          </a:xfrm>
          <a:custGeom>
            <a:avLst/>
            <a:gdLst/>
            <a:ahLst/>
            <a:rect l="l" t="t" r="r" b="b"/>
            <a:pathLst>
              <a:path w="268604" h="203200">
                <a:moveTo>
                  <a:pt x="134111" y="0"/>
                </a:moveTo>
                <a:lnTo>
                  <a:pt x="81920" y="7959"/>
                </a:lnTo>
                <a:lnTo>
                  <a:pt x="39290" y="29670"/>
                </a:lnTo>
                <a:lnTo>
                  <a:pt x="10542" y="61882"/>
                </a:lnTo>
                <a:lnTo>
                  <a:pt x="0" y="101345"/>
                </a:lnTo>
                <a:lnTo>
                  <a:pt x="10542" y="140809"/>
                </a:lnTo>
                <a:lnTo>
                  <a:pt x="39290" y="173021"/>
                </a:lnTo>
                <a:lnTo>
                  <a:pt x="81920" y="194732"/>
                </a:lnTo>
                <a:lnTo>
                  <a:pt x="134111" y="202691"/>
                </a:lnTo>
                <a:lnTo>
                  <a:pt x="186303" y="194732"/>
                </a:lnTo>
                <a:lnTo>
                  <a:pt x="228933" y="173021"/>
                </a:lnTo>
                <a:lnTo>
                  <a:pt x="257681" y="140809"/>
                </a:lnTo>
                <a:lnTo>
                  <a:pt x="268224" y="101345"/>
                </a:lnTo>
                <a:lnTo>
                  <a:pt x="257681" y="61882"/>
                </a:lnTo>
                <a:lnTo>
                  <a:pt x="228933" y="29670"/>
                </a:lnTo>
                <a:lnTo>
                  <a:pt x="186303" y="7959"/>
                </a:lnTo>
                <a:lnTo>
                  <a:pt x="134111" y="0"/>
                </a:lnTo>
                <a:close/>
              </a:path>
            </a:pathLst>
          </a:custGeom>
          <a:solidFill>
            <a:srgbClr val="d7d7eb"/>
          </a:solidFill>
          <a:ln>
            <a:noFill/>
          </a:ln>
        </p:spPr>
        <p:style>
          <a:lnRef idx="0"/>
          <a:fillRef idx="0"/>
          <a:effectRef idx="0"/>
          <a:fontRef idx="minor"/>
        </p:style>
      </p:sp>
      <p:sp>
        <p:nvSpPr>
          <p:cNvPr id="61" name="CustomShape 31"/>
          <p:cNvSpPr/>
          <p:nvPr/>
        </p:nvSpPr>
        <p:spPr>
          <a:xfrm>
            <a:off x="11126880" y="4695480"/>
            <a:ext cx="268920" cy="201960"/>
          </a:xfrm>
          <a:custGeom>
            <a:avLst/>
            <a:gdLst/>
            <a:ahLst/>
            <a:rect l="l" t="t" r="r" b="b"/>
            <a:pathLst>
              <a:path w="269875" h="203200">
                <a:moveTo>
                  <a:pt x="134874" y="0"/>
                </a:moveTo>
                <a:lnTo>
                  <a:pt x="82349" y="7959"/>
                </a:lnTo>
                <a:lnTo>
                  <a:pt x="39481" y="29670"/>
                </a:lnTo>
                <a:lnTo>
                  <a:pt x="10590" y="61882"/>
                </a:lnTo>
                <a:lnTo>
                  <a:pt x="0" y="101345"/>
                </a:lnTo>
                <a:lnTo>
                  <a:pt x="10590" y="140809"/>
                </a:lnTo>
                <a:lnTo>
                  <a:pt x="39481" y="173021"/>
                </a:lnTo>
                <a:lnTo>
                  <a:pt x="82349" y="194732"/>
                </a:lnTo>
                <a:lnTo>
                  <a:pt x="134874" y="202691"/>
                </a:lnTo>
                <a:lnTo>
                  <a:pt x="187398" y="194732"/>
                </a:lnTo>
                <a:lnTo>
                  <a:pt x="230266" y="173021"/>
                </a:lnTo>
                <a:lnTo>
                  <a:pt x="259157" y="140809"/>
                </a:lnTo>
                <a:lnTo>
                  <a:pt x="269748" y="101345"/>
                </a:lnTo>
                <a:lnTo>
                  <a:pt x="259157" y="61882"/>
                </a:lnTo>
                <a:lnTo>
                  <a:pt x="230266" y="29670"/>
                </a:lnTo>
                <a:lnTo>
                  <a:pt x="187398" y="7959"/>
                </a:lnTo>
                <a:lnTo>
                  <a:pt x="134874" y="0"/>
                </a:lnTo>
                <a:close/>
              </a:path>
            </a:pathLst>
          </a:custGeom>
          <a:solidFill>
            <a:srgbClr val="d7d7eb"/>
          </a:solidFill>
          <a:ln>
            <a:noFill/>
          </a:ln>
        </p:spPr>
        <p:style>
          <a:lnRef idx="0"/>
          <a:fillRef idx="0"/>
          <a:effectRef idx="0"/>
          <a:fontRef idx="minor"/>
        </p:style>
      </p:sp>
      <p:sp>
        <p:nvSpPr>
          <p:cNvPr id="62" name="CustomShape 32"/>
          <p:cNvSpPr/>
          <p:nvPr/>
        </p:nvSpPr>
        <p:spPr>
          <a:xfrm>
            <a:off x="10369440" y="498060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8"/>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d7d7eb"/>
          </a:solidFill>
          <a:ln>
            <a:noFill/>
          </a:ln>
        </p:spPr>
        <p:style>
          <a:lnRef idx="0"/>
          <a:fillRef idx="0"/>
          <a:effectRef idx="0"/>
          <a:fontRef idx="minor"/>
        </p:style>
      </p:sp>
      <p:sp>
        <p:nvSpPr>
          <p:cNvPr id="63" name="CustomShape 33"/>
          <p:cNvSpPr/>
          <p:nvPr/>
        </p:nvSpPr>
        <p:spPr>
          <a:xfrm>
            <a:off x="11126880" y="498060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8"/>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d7d7eb"/>
          </a:solidFill>
          <a:ln>
            <a:noFill/>
          </a:ln>
        </p:spPr>
        <p:style>
          <a:lnRef idx="0"/>
          <a:fillRef idx="0"/>
          <a:effectRef idx="0"/>
          <a:fontRef idx="minor"/>
        </p:style>
      </p:sp>
      <p:sp>
        <p:nvSpPr>
          <p:cNvPr id="64" name="CustomShape 34"/>
          <p:cNvSpPr/>
          <p:nvPr/>
        </p:nvSpPr>
        <p:spPr>
          <a:xfrm>
            <a:off x="406800" y="2819520"/>
            <a:ext cx="10971720" cy="360"/>
          </a:xfrm>
          <a:custGeom>
            <a:avLst/>
            <a:gdLst/>
            <a:ahLst/>
            <a:rect l="l" t="t" r="r" b="b"/>
            <a:pathLst>
              <a:path w="10972800" h="0">
                <a:moveTo>
                  <a:pt x="0" y="0"/>
                </a:moveTo>
                <a:lnTo>
                  <a:pt x="10972800" y="0"/>
                </a:lnTo>
              </a:path>
            </a:pathLst>
          </a:custGeom>
          <a:noFill/>
          <a:ln w="6480">
            <a:solidFill>
              <a:srgbClr val="000000"/>
            </a:solidFill>
            <a:round/>
          </a:ln>
        </p:spPr>
        <p:style>
          <a:lnRef idx="0"/>
          <a:fillRef idx="0"/>
          <a:effectRef idx="0"/>
          <a:fontRef idx="minor"/>
        </p:style>
      </p:sp>
      <p:sp>
        <p:nvSpPr>
          <p:cNvPr id="65" name="PlaceHolder 35"/>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66" name="PlaceHolder 36"/>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33"/>
    <p:sldLayoutId id="2147483650" r:id="rId34"/>
    <p:sldLayoutId id="2147483651" r:id="rId35"/>
    <p:sldLayoutId id="2147483652" r:id="rId36"/>
    <p:sldLayoutId id="2147483653" r:id="rId37"/>
    <p:sldLayoutId id="2147483654" r:id="rId38"/>
    <p:sldLayoutId id="2147483655" r:id="rId39"/>
    <p:sldLayoutId id="2147483656" r:id="rId40"/>
    <p:sldLayoutId id="2147483657" r:id="rId41"/>
    <p:sldLayoutId id="2147483658" r:id="rId42"/>
    <p:sldLayoutId id="2147483659" r:id="rId43"/>
    <p:sldLayoutId id="2147483660" r:id="rId4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CustomShape 1"/>
          <p:cNvSpPr/>
          <p:nvPr/>
        </p:nvSpPr>
        <p:spPr>
          <a:xfrm>
            <a:off x="10617840" y="152280"/>
            <a:ext cx="360" cy="1522800"/>
          </a:xfrm>
          <a:custGeom>
            <a:avLst/>
            <a:gdLst/>
            <a:ahLst/>
            <a:rect l="l" t="t" r="r" b="b"/>
            <a:pathLst>
              <a:path w="0" h="1524000">
                <a:moveTo>
                  <a:pt x="0" y="0"/>
                </a:moveTo>
                <a:lnTo>
                  <a:pt x="0" y="1524000"/>
                </a:lnTo>
              </a:path>
            </a:pathLst>
          </a:custGeom>
          <a:noFill/>
          <a:ln w="9360">
            <a:solidFill>
              <a:srgbClr val="000000"/>
            </a:solidFill>
            <a:round/>
          </a:ln>
        </p:spPr>
        <p:style>
          <a:lnRef idx="0"/>
          <a:fillRef idx="0"/>
          <a:effectRef idx="0"/>
          <a:fontRef idx="minor"/>
        </p:style>
      </p:sp>
      <p:pic>
        <p:nvPicPr>
          <p:cNvPr id="104" name="bg object 17" descr=""/>
          <p:cNvPicPr/>
          <p:nvPr/>
        </p:nvPicPr>
        <p:blipFill>
          <a:blip r:embed="rId2"/>
          <a:stretch/>
        </p:blipFill>
        <p:spPr>
          <a:xfrm>
            <a:off x="10870560" y="152280"/>
            <a:ext cx="158760" cy="119160"/>
          </a:xfrm>
          <a:prstGeom prst="rect">
            <a:avLst/>
          </a:prstGeom>
          <a:ln>
            <a:noFill/>
          </a:ln>
        </p:spPr>
      </p:pic>
      <p:pic>
        <p:nvPicPr>
          <p:cNvPr id="105" name="bg object 18" descr=""/>
          <p:cNvPicPr/>
          <p:nvPr/>
        </p:nvPicPr>
        <p:blipFill>
          <a:blip r:embed="rId3"/>
          <a:stretch/>
        </p:blipFill>
        <p:spPr>
          <a:xfrm>
            <a:off x="11094840" y="152280"/>
            <a:ext cx="159120" cy="119160"/>
          </a:xfrm>
          <a:prstGeom prst="rect">
            <a:avLst/>
          </a:prstGeom>
          <a:ln>
            <a:noFill/>
          </a:ln>
        </p:spPr>
      </p:pic>
      <p:pic>
        <p:nvPicPr>
          <p:cNvPr id="106" name="bg object 19" descr=""/>
          <p:cNvPicPr/>
          <p:nvPr/>
        </p:nvPicPr>
        <p:blipFill>
          <a:blip r:embed="rId4"/>
          <a:stretch/>
        </p:blipFill>
        <p:spPr>
          <a:xfrm>
            <a:off x="11318760" y="152280"/>
            <a:ext cx="159120" cy="119160"/>
          </a:xfrm>
          <a:prstGeom prst="rect">
            <a:avLst/>
          </a:prstGeom>
          <a:ln>
            <a:noFill/>
          </a:ln>
        </p:spPr>
      </p:pic>
      <p:pic>
        <p:nvPicPr>
          <p:cNvPr id="107" name="bg object 20" descr=""/>
          <p:cNvPicPr/>
          <p:nvPr/>
        </p:nvPicPr>
        <p:blipFill>
          <a:blip r:embed="rId5"/>
          <a:stretch/>
        </p:blipFill>
        <p:spPr>
          <a:xfrm>
            <a:off x="10870560" y="320040"/>
            <a:ext cx="158760" cy="119160"/>
          </a:xfrm>
          <a:prstGeom prst="rect">
            <a:avLst/>
          </a:prstGeom>
          <a:ln>
            <a:noFill/>
          </a:ln>
        </p:spPr>
      </p:pic>
      <p:pic>
        <p:nvPicPr>
          <p:cNvPr id="108" name="bg object 21" descr=""/>
          <p:cNvPicPr/>
          <p:nvPr/>
        </p:nvPicPr>
        <p:blipFill>
          <a:blip r:embed="rId6"/>
          <a:stretch/>
        </p:blipFill>
        <p:spPr>
          <a:xfrm>
            <a:off x="11094840" y="320040"/>
            <a:ext cx="159120" cy="119160"/>
          </a:xfrm>
          <a:prstGeom prst="rect">
            <a:avLst/>
          </a:prstGeom>
          <a:ln>
            <a:noFill/>
          </a:ln>
        </p:spPr>
      </p:pic>
      <p:pic>
        <p:nvPicPr>
          <p:cNvPr id="109" name="bg object 22" descr=""/>
          <p:cNvPicPr/>
          <p:nvPr/>
        </p:nvPicPr>
        <p:blipFill>
          <a:blip r:embed="rId7"/>
          <a:stretch/>
        </p:blipFill>
        <p:spPr>
          <a:xfrm>
            <a:off x="11318760" y="320040"/>
            <a:ext cx="159120" cy="119160"/>
          </a:xfrm>
          <a:prstGeom prst="rect">
            <a:avLst/>
          </a:prstGeom>
          <a:ln>
            <a:noFill/>
          </a:ln>
        </p:spPr>
      </p:pic>
      <p:pic>
        <p:nvPicPr>
          <p:cNvPr id="110" name="bg object 23" descr=""/>
          <p:cNvPicPr/>
          <p:nvPr/>
        </p:nvPicPr>
        <p:blipFill>
          <a:blip r:embed="rId8"/>
          <a:stretch/>
        </p:blipFill>
        <p:spPr>
          <a:xfrm>
            <a:off x="11542680" y="320040"/>
            <a:ext cx="159120" cy="119160"/>
          </a:xfrm>
          <a:prstGeom prst="rect">
            <a:avLst/>
          </a:prstGeom>
          <a:ln>
            <a:noFill/>
          </a:ln>
        </p:spPr>
      </p:pic>
      <p:pic>
        <p:nvPicPr>
          <p:cNvPr id="111" name="bg object 24" descr=""/>
          <p:cNvPicPr/>
          <p:nvPr/>
        </p:nvPicPr>
        <p:blipFill>
          <a:blip r:embed="rId9"/>
          <a:stretch/>
        </p:blipFill>
        <p:spPr>
          <a:xfrm>
            <a:off x="10870560" y="487800"/>
            <a:ext cx="158760" cy="119160"/>
          </a:xfrm>
          <a:prstGeom prst="rect">
            <a:avLst/>
          </a:prstGeom>
          <a:ln>
            <a:noFill/>
          </a:ln>
        </p:spPr>
      </p:pic>
      <p:pic>
        <p:nvPicPr>
          <p:cNvPr id="112" name="bg object 25" descr=""/>
          <p:cNvPicPr/>
          <p:nvPr/>
        </p:nvPicPr>
        <p:blipFill>
          <a:blip r:embed="rId10"/>
          <a:stretch/>
        </p:blipFill>
        <p:spPr>
          <a:xfrm>
            <a:off x="11094840" y="487800"/>
            <a:ext cx="159120" cy="119160"/>
          </a:xfrm>
          <a:prstGeom prst="rect">
            <a:avLst/>
          </a:prstGeom>
          <a:ln>
            <a:noFill/>
          </a:ln>
        </p:spPr>
      </p:pic>
      <p:pic>
        <p:nvPicPr>
          <p:cNvPr id="113" name="bg object 26" descr=""/>
          <p:cNvPicPr/>
          <p:nvPr/>
        </p:nvPicPr>
        <p:blipFill>
          <a:blip r:embed="rId11"/>
          <a:stretch/>
        </p:blipFill>
        <p:spPr>
          <a:xfrm>
            <a:off x="11318760" y="487800"/>
            <a:ext cx="159120" cy="119160"/>
          </a:xfrm>
          <a:prstGeom prst="rect">
            <a:avLst/>
          </a:prstGeom>
          <a:ln>
            <a:noFill/>
          </a:ln>
        </p:spPr>
      </p:pic>
      <p:pic>
        <p:nvPicPr>
          <p:cNvPr id="114" name="bg object 27" descr=""/>
          <p:cNvPicPr/>
          <p:nvPr/>
        </p:nvPicPr>
        <p:blipFill>
          <a:blip r:embed="rId12"/>
          <a:stretch/>
        </p:blipFill>
        <p:spPr>
          <a:xfrm>
            <a:off x="11542680" y="487800"/>
            <a:ext cx="159120" cy="119160"/>
          </a:xfrm>
          <a:prstGeom prst="rect">
            <a:avLst/>
          </a:prstGeom>
          <a:ln>
            <a:noFill/>
          </a:ln>
        </p:spPr>
      </p:pic>
      <p:pic>
        <p:nvPicPr>
          <p:cNvPr id="115" name="bg object 28" descr=""/>
          <p:cNvPicPr/>
          <p:nvPr/>
        </p:nvPicPr>
        <p:blipFill>
          <a:blip r:embed="rId13"/>
          <a:stretch/>
        </p:blipFill>
        <p:spPr>
          <a:xfrm>
            <a:off x="11766960" y="487800"/>
            <a:ext cx="159120" cy="119160"/>
          </a:xfrm>
          <a:prstGeom prst="rect">
            <a:avLst/>
          </a:prstGeom>
          <a:ln>
            <a:noFill/>
          </a:ln>
        </p:spPr>
      </p:pic>
      <p:pic>
        <p:nvPicPr>
          <p:cNvPr id="116" name="bg object 29" descr=""/>
          <p:cNvPicPr/>
          <p:nvPr/>
        </p:nvPicPr>
        <p:blipFill>
          <a:blip r:embed="rId14"/>
          <a:stretch/>
        </p:blipFill>
        <p:spPr>
          <a:xfrm>
            <a:off x="10870560" y="657000"/>
            <a:ext cx="158760" cy="117720"/>
          </a:xfrm>
          <a:prstGeom prst="rect">
            <a:avLst/>
          </a:prstGeom>
          <a:ln>
            <a:noFill/>
          </a:ln>
        </p:spPr>
      </p:pic>
      <p:pic>
        <p:nvPicPr>
          <p:cNvPr id="117" name="bg object 30" descr=""/>
          <p:cNvPicPr/>
          <p:nvPr/>
        </p:nvPicPr>
        <p:blipFill>
          <a:blip r:embed="rId15"/>
          <a:stretch/>
        </p:blipFill>
        <p:spPr>
          <a:xfrm>
            <a:off x="11094840" y="657000"/>
            <a:ext cx="159120" cy="117720"/>
          </a:xfrm>
          <a:prstGeom prst="rect">
            <a:avLst/>
          </a:prstGeom>
          <a:ln>
            <a:noFill/>
          </a:ln>
        </p:spPr>
      </p:pic>
      <p:pic>
        <p:nvPicPr>
          <p:cNvPr id="118" name="bg object 31" descr=""/>
          <p:cNvPicPr/>
          <p:nvPr/>
        </p:nvPicPr>
        <p:blipFill>
          <a:blip r:embed="rId16"/>
          <a:stretch/>
        </p:blipFill>
        <p:spPr>
          <a:xfrm>
            <a:off x="11318760" y="657000"/>
            <a:ext cx="159120" cy="117720"/>
          </a:xfrm>
          <a:prstGeom prst="rect">
            <a:avLst/>
          </a:prstGeom>
          <a:ln>
            <a:noFill/>
          </a:ln>
        </p:spPr>
      </p:pic>
      <p:pic>
        <p:nvPicPr>
          <p:cNvPr id="119" name="bg object 32" descr=""/>
          <p:cNvPicPr/>
          <p:nvPr/>
        </p:nvPicPr>
        <p:blipFill>
          <a:blip r:embed="rId17"/>
          <a:stretch/>
        </p:blipFill>
        <p:spPr>
          <a:xfrm>
            <a:off x="11542680" y="657000"/>
            <a:ext cx="159120" cy="117720"/>
          </a:xfrm>
          <a:prstGeom prst="rect">
            <a:avLst/>
          </a:prstGeom>
          <a:ln>
            <a:noFill/>
          </a:ln>
        </p:spPr>
      </p:pic>
      <p:pic>
        <p:nvPicPr>
          <p:cNvPr id="120" name="bg object 33" descr=""/>
          <p:cNvPicPr/>
          <p:nvPr/>
        </p:nvPicPr>
        <p:blipFill>
          <a:blip r:embed="rId18"/>
          <a:stretch/>
        </p:blipFill>
        <p:spPr>
          <a:xfrm>
            <a:off x="10870560" y="824400"/>
            <a:ext cx="158760" cy="117720"/>
          </a:xfrm>
          <a:prstGeom prst="rect">
            <a:avLst/>
          </a:prstGeom>
          <a:ln>
            <a:noFill/>
          </a:ln>
        </p:spPr>
      </p:pic>
      <p:pic>
        <p:nvPicPr>
          <p:cNvPr id="121" name="bg object 34" descr=""/>
          <p:cNvPicPr/>
          <p:nvPr/>
        </p:nvPicPr>
        <p:blipFill>
          <a:blip r:embed="rId19"/>
          <a:stretch/>
        </p:blipFill>
        <p:spPr>
          <a:xfrm>
            <a:off x="11094840" y="824400"/>
            <a:ext cx="159120" cy="117720"/>
          </a:xfrm>
          <a:prstGeom prst="rect">
            <a:avLst/>
          </a:prstGeom>
          <a:ln>
            <a:noFill/>
          </a:ln>
        </p:spPr>
      </p:pic>
      <p:pic>
        <p:nvPicPr>
          <p:cNvPr id="122" name="bg object 35" descr=""/>
          <p:cNvPicPr/>
          <p:nvPr/>
        </p:nvPicPr>
        <p:blipFill>
          <a:blip r:embed="rId20"/>
          <a:stretch/>
        </p:blipFill>
        <p:spPr>
          <a:xfrm>
            <a:off x="11318760" y="824400"/>
            <a:ext cx="159120" cy="117720"/>
          </a:xfrm>
          <a:prstGeom prst="rect">
            <a:avLst/>
          </a:prstGeom>
          <a:ln>
            <a:noFill/>
          </a:ln>
        </p:spPr>
      </p:pic>
      <p:pic>
        <p:nvPicPr>
          <p:cNvPr id="123" name="bg object 36" descr=""/>
          <p:cNvPicPr/>
          <p:nvPr/>
        </p:nvPicPr>
        <p:blipFill>
          <a:blip r:embed="rId21"/>
          <a:stretch/>
        </p:blipFill>
        <p:spPr>
          <a:xfrm>
            <a:off x="11542680" y="824400"/>
            <a:ext cx="159120" cy="117720"/>
          </a:xfrm>
          <a:prstGeom prst="rect">
            <a:avLst/>
          </a:prstGeom>
          <a:ln>
            <a:noFill/>
          </a:ln>
        </p:spPr>
      </p:pic>
      <p:pic>
        <p:nvPicPr>
          <p:cNvPr id="124" name="bg object 37" descr=""/>
          <p:cNvPicPr/>
          <p:nvPr/>
        </p:nvPicPr>
        <p:blipFill>
          <a:blip r:embed="rId22"/>
          <a:stretch/>
        </p:blipFill>
        <p:spPr>
          <a:xfrm>
            <a:off x="11766960" y="824400"/>
            <a:ext cx="159120" cy="117720"/>
          </a:xfrm>
          <a:prstGeom prst="rect">
            <a:avLst/>
          </a:prstGeom>
          <a:ln>
            <a:noFill/>
          </a:ln>
        </p:spPr>
      </p:pic>
      <p:pic>
        <p:nvPicPr>
          <p:cNvPr id="125" name="bg object 38" descr=""/>
          <p:cNvPicPr/>
          <p:nvPr/>
        </p:nvPicPr>
        <p:blipFill>
          <a:blip r:embed="rId23"/>
          <a:stretch/>
        </p:blipFill>
        <p:spPr>
          <a:xfrm>
            <a:off x="10870560" y="992160"/>
            <a:ext cx="158760" cy="119160"/>
          </a:xfrm>
          <a:prstGeom prst="rect">
            <a:avLst/>
          </a:prstGeom>
          <a:ln>
            <a:noFill/>
          </a:ln>
        </p:spPr>
      </p:pic>
      <p:pic>
        <p:nvPicPr>
          <p:cNvPr id="126" name="bg object 39" descr=""/>
          <p:cNvPicPr/>
          <p:nvPr/>
        </p:nvPicPr>
        <p:blipFill>
          <a:blip r:embed="rId24"/>
          <a:stretch/>
        </p:blipFill>
        <p:spPr>
          <a:xfrm>
            <a:off x="11094840" y="992160"/>
            <a:ext cx="159120" cy="119160"/>
          </a:xfrm>
          <a:prstGeom prst="rect">
            <a:avLst/>
          </a:prstGeom>
          <a:ln>
            <a:noFill/>
          </a:ln>
        </p:spPr>
      </p:pic>
      <p:pic>
        <p:nvPicPr>
          <p:cNvPr id="127" name="bg object 40" descr=""/>
          <p:cNvPicPr/>
          <p:nvPr/>
        </p:nvPicPr>
        <p:blipFill>
          <a:blip r:embed="rId25"/>
          <a:stretch/>
        </p:blipFill>
        <p:spPr>
          <a:xfrm>
            <a:off x="11318760" y="992160"/>
            <a:ext cx="159120" cy="119160"/>
          </a:xfrm>
          <a:prstGeom prst="rect">
            <a:avLst/>
          </a:prstGeom>
          <a:ln>
            <a:noFill/>
          </a:ln>
        </p:spPr>
      </p:pic>
      <p:pic>
        <p:nvPicPr>
          <p:cNvPr id="128" name="bg object 41" descr=""/>
          <p:cNvPicPr/>
          <p:nvPr/>
        </p:nvPicPr>
        <p:blipFill>
          <a:blip r:embed="rId26"/>
          <a:stretch/>
        </p:blipFill>
        <p:spPr>
          <a:xfrm>
            <a:off x="11542680" y="992160"/>
            <a:ext cx="159120" cy="119160"/>
          </a:xfrm>
          <a:prstGeom prst="rect">
            <a:avLst/>
          </a:prstGeom>
          <a:ln>
            <a:noFill/>
          </a:ln>
        </p:spPr>
      </p:pic>
      <p:pic>
        <p:nvPicPr>
          <p:cNvPr id="129" name="bg object 42" descr=""/>
          <p:cNvPicPr/>
          <p:nvPr/>
        </p:nvPicPr>
        <p:blipFill>
          <a:blip r:embed="rId27"/>
          <a:stretch/>
        </p:blipFill>
        <p:spPr>
          <a:xfrm>
            <a:off x="10870560" y="1159920"/>
            <a:ext cx="158760" cy="119160"/>
          </a:xfrm>
          <a:prstGeom prst="rect">
            <a:avLst/>
          </a:prstGeom>
          <a:ln>
            <a:noFill/>
          </a:ln>
        </p:spPr>
      </p:pic>
      <p:pic>
        <p:nvPicPr>
          <p:cNvPr id="130" name="bg object 43" descr=""/>
          <p:cNvPicPr/>
          <p:nvPr/>
        </p:nvPicPr>
        <p:blipFill>
          <a:blip r:embed="rId28"/>
          <a:stretch/>
        </p:blipFill>
        <p:spPr>
          <a:xfrm>
            <a:off x="11094840" y="1159920"/>
            <a:ext cx="159120" cy="119160"/>
          </a:xfrm>
          <a:prstGeom prst="rect">
            <a:avLst/>
          </a:prstGeom>
          <a:ln>
            <a:noFill/>
          </a:ln>
        </p:spPr>
      </p:pic>
      <p:pic>
        <p:nvPicPr>
          <p:cNvPr id="131" name="bg object 44" descr=""/>
          <p:cNvPicPr/>
          <p:nvPr/>
        </p:nvPicPr>
        <p:blipFill>
          <a:blip r:embed="rId29"/>
          <a:stretch/>
        </p:blipFill>
        <p:spPr>
          <a:xfrm>
            <a:off x="11318760" y="1159920"/>
            <a:ext cx="159120" cy="119160"/>
          </a:xfrm>
          <a:prstGeom prst="rect">
            <a:avLst/>
          </a:prstGeom>
          <a:ln>
            <a:noFill/>
          </a:ln>
        </p:spPr>
      </p:pic>
      <p:pic>
        <p:nvPicPr>
          <p:cNvPr id="132" name="bg object 45" descr=""/>
          <p:cNvPicPr/>
          <p:nvPr/>
        </p:nvPicPr>
        <p:blipFill>
          <a:blip r:embed="rId30"/>
          <a:stretch/>
        </p:blipFill>
        <p:spPr>
          <a:xfrm>
            <a:off x="11542680" y="1159920"/>
            <a:ext cx="159120" cy="119160"/>
          </a:xfrm>
          <a:prstGeom prst="rect">
            <a:avLst/>
          </a:prstGeom>
          <a:ln>
            <a:noFill/>
          </a:ln>
        </p:spPr>
      </p:pic>
      <p:pic>
        <p:nvPicPr>
          <p:cNvPr id="133" name="bg object 46" descr=""/>
          <p:cNvPicPr/>
          <p:nvPr/>
        </p:nvPicPr>
        <p:blipFill>
          <a:blip r:embed="rId31"/>
          <a:stretch/>
        </p:blipFill>
        <p:spPr>
          <a:xfrm>
            <a:off x="11094840" y="1327320"/>
            <a:ext cx="159120" cy="119160"/>
          </a:xfrm>
          <a:prstGeom prst="rect">
            <a:avLst/>
          </a:prstGeom>
          <a:ln>
            <a:noFill/>
          </a:ln>
        </p:spPr>
      </p:pic>
      <p:pic>
        <p:nvPicPr>
          <p:cNvPr id="134" name="bg object 47" descr=""/>
          <p:cNvPicPr/>
          <p:nvPr/>
        </p:nvPicPr>
        <p:blipFill>
          <a:blip r:embed="rId32"/>
          <a:stretch/>
        </p:blipFill>
        <p:spPr>
          <a:xfrm>
            <a:off x="11542680" y="1327320"/>
            <a:ext cx="159120" cy="119160"/>
          </a:xfrm>
          <a:prstGeom prst="rect">
            <a:avLst/>
          </a:prstGeom>
          <a:ln>
            <a:noFill/>
          </a:ln>
        </p:spPr>
      </p:pic>
      <p:sp>
        <p:nvSpPr>
          <p:cNvPr id="135" name="PlaceHolder 2"/>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136"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3"/>
    <p:sldLayoutId id="2147483663" r:id="rId34"/>
    <p:sldLayoutId id="2147483664" r:id="rId35"/>
    <p:sldLayoutId id="2147483665" r:id="rId36"/>
    <p:sldLayoutId id="2147483666" r:id="rId37"/>
    <p:sldLayoutId id="2147483667" r:id="rId38"/>
    <p:sldLayoutId id="2147483668" r:id="rId39"/>
    <p:sldLayoutId id="2147483669" r:id="rId40"/>
    <p:sldLayoutId id="2147483670" r:id="rId41"/>
    <p:sldLayoutId id="2147483671" r:id="rId42"/>
    <p:sldLayoutId id="2147483672" r:id="rId43"/>
    <p:sldLayoutId id="2147483673" r:id="rId4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3" name="CustomShape 1"/>
          <p:cNvSpPr/>
          <p:nvPr/>
        </p:nvSpPr>
        <p:spPr>
          <a:xfrm>
            <a:off x="10617840" y="152280"/>
            <a:ext cx="360" cy="1522800"/>
          </a:xfrm>
          <a:custGeom>
            <a:avLst/>
            <a:gdLst/>
            <a:ahLst/>
            <a:rect l="l" t="t" r="r" b="b"/>
            <a:pathLst>
              <a:path w="0" h="1524000">
                <a:moveTo>
                  <a:pt x="0" y="0"/>
                </a:moveTo>
                <a:lnTo>
                  <a:pt x="0" y="1524000"/>
                </a:lnTo>
              </a:path>
            </a:pathLst>
          </a:custGeom>
          <a:noFill/>
          <a:ln w="9360">
            <a:solidFill>
              <a:srgbClr val="000000"/>
            </a:solidFill>
            <a:round/>
          </a:ln>
        </p:spPr>
        <p:style>
          <a:lnRef idx="0"/>
          <a:fillRef idx="0"/>
          <a:effectRef idx="0"/>
          <a:fontRef idx="minor"/>
        </p:style>
      </p:sp>
      <p:pic>
        <p:nvPicPr>
          <p:cNvPr id="174" name="bg object 17" descr=""/>
          <p:cNvPicPr/>
          <p:nvPr/>
        </p:nvPicPr>
        <p:blipFill>
          <a:blip r:embed="rId2"/>
          <a:stretch/>
        </p:blipFill>
        <p:spPr>
          <a:xfrm>
            <a:off x="10870560" y="152280"/>
            <a:ext cx="158760" cy="119160"/>
          </a:xfrm>
          <a:prstGeom prst="rect">
            <a:avLst/>
          </a:prstGeom>
          <a:ln>
            <a:noFill/>
          </a:ln>
        </p:spPr>
      </p:pic>
      <p:pic>
        <p:nvPicPr>
          <p:cNvPr id="175" name="bg object 18" descr=""/>
          <p:cNvPicPr/>
          <p:nvPr/>
        </p:nvPicPr>
        <p:blipFill>
          <a:blip r:embed="rId3"/>
          <a:stretch/>
        </p:blipFill>
        <p:spPr>
          <a:xfrm>
            <a:off x="11094840" y="152280"/>
            <a:ext cx="159120" cy="119160"/>
          </a:xfrm>
          <a:prstGeom prst="rect">
            <a:avLst/>
          </a:prstGeom>
          <a:ln>
            <a:noFill/>
          </a:ln>
        </p:spPr>
      </p:pic>
      <p:pic>
        <p:nvPicPr>
          <p:cNvPr id="176" name="bg object 19" descr=""/>
          <p:cNvPicPr/>
          <p:nvPr/>
        </p:nvPicPr>
        <p:blipFill>
          <a:blip r:embed="rId4"/>
          <a:stretch/>
        </p:blipFill>
        <p:spPr>
          <a:xfrm>
            <a:off x="11318760" y="152280"/>
            <a:ext cx="159120" cy="119160"/>
          </a:xfrm>
          <a:prstGeom prst="rect">
            <a:avLst/>
          </a:prstGeom>
          <a:ln>
            <a:noFill/>
          </a:ln>
        </p:spPr>
      </p:pic>
      <p:pic>
        <p:nvPicPr>
          <p:cNvPr id="177" name="bg object 20" descr=""/>
          <p:cNvPicPr/>
          <p:nvPr/>
        </p:nvPicPr>
        <p:blipFill>
          <a:blip r:embed="rId5"/>
          <a:stretch/>
        </p:blipFill>
        <p:spPr>
          <a:xfrm>
            <a:off x="10870560" y="320040"/>
            <a:ext cx="158760" cy="119160"/>
          </a:xfrm>
          <a:prstGeom prst="rect">
            <a:avLst/>
          </a:prstGeom>
          <a:ln>
            <a:noFill/>
          </a:ln>
        </p:spPr>
      </p:pic>
      <p:pic>
        <p:nvPicPr>
          <p:cNvPr id="178" name="bg object 21" descr=""/>
          <p:cNvPicPr/>
          <p:nvPr/>
        </p:nvPicPr>
        <p:blipFill>
          <a:blip r:embed="rId6"/>
          <a:stretch/>
        </p:blipFill>
        <p:spPr>
          <a:xfrm>
            <a:off x="11094840" y="320040"/>
            <a:ext cx="159120" cy="119160"/>
          </a:xfrm>
          <a:prstGeom prst="rect">
            <a:avLst/>
          </a:prstGeom>
          <a:ln>
            <a:noFill/>
          </a:ln>
        </p:spPr>
      </p:pic>
      <p:pic>
        <p:nvPicPr>
          <p:cNvPr id="179" name="bg object 22" descr=""/>
          <p:cNvPicPr/>
          <p:nvPr/>
        </p:nvPicPr>
        <p:blipFill>
          <a:blip r:embed="rId7"/>
          <a:stretch/>
        </p:blipFill>
        <p:spPr>
          <a:xfrm>
            <a:off x="11318760" y="320040"/>
            <a:ext cx="159120" cy="119160"/>
          </a:xfrm>
          <a:prstGeom prst="rect">
            <a:avLst/>
          </a:prstGeom>
          <a:ln>
            <a:noFill/>
          </a:ln>
        </p:spPr>
      </p:pic>
      <p:pic>
        <p:nvPicPr>
          <p:cNvPr id="180" name="bg object 23" descr=""/>
          <p:cNvPicPr/>
          <p:nvPr/>
        </p:nvPicPr>
        <p:blipFill>
          <a:blip r:embed="rId8"/>
          <a:stretch/>
        </p:blipFill>
        <p:spPr>
          <a:xfrm>
            <a:off x="11542680" y="320040"/>
            <a:ext cx="159120" cy="119160"/>
          </a:xfrm>
          <a:prstGeom prst="rect">
            <a:avLst/>
          </a:prstGeom>
          <a:ln>
            <a:noFill/>
          </a:ln>
        </p:spPr>
      </p:pic>
      <p:pic>
        <p:nvPicPr>
          <p:cNvPr id="181" name="bg object 24" descr=""/>
          <p:cNvPicPr/>
          <p:nvPr/>
        </p:nvPicPr>
        <p:blipFill>
          <a:blip r:embed="rId9"/>
          <a:stretch/>
        </p:blipFill>
        <p:spPr>
          <a:xfrm>
            <a:off x="10870560" y="487800"/>
            <a:ext cx="158760" cy="119160"/>
          </a:xfrm>
          <a:prstGeom prst="rect">
            <a:avLst/>
          </a:prstGeom>
          <a:ln>
            <a:noFill/>
          </a:ln>
        </p:spPr>
      </p:pic>
      <p:pic>
        <p:nvPicPr>
          <p:cNvPr id="182" name="bg object 25" descr=""/>
          <p:cNvPicPr/>
          <p:nvPr/>
        </p:nvPicPr>
        <p:blipFill>
          <a:blip r:embed="rId10"/>
          <a:stretch/>
        </p:blipFill>
        <p:spPr>
          <a:xfrm>
            <a:off x="11094840" y="487800"/>
            <a:ext cx="159120" cy="119160"/>
          </a:xfrm>
          <a:prstGeom prst="rect">
            <a:avLst/>
          </a:prstGeom>
          <a:ln>
            <a:noFill/>
          </a:ln>
        </p:spPr>
      </p:pic>
      <p:pic>
        <p:nvPicPr>
          <p:cNvPr id="183" name="bg object 26" descr=""/>
          <p:cNvPicPr/>
          <p:nvPr/>
        </p:nvPicPr>
        <p:blipFill>
          <a:blip r:embed="rId11"/>
          <a:stretch/>
        </p:blipFill>
        <p:spPr>
          <a:xfrm>
            <a:off x="11318760" y="487800"/>
            <a:ext cx="159120" cy="119160"/>
          </a:xfrm>
          <a:prstGeom prst="rect">
            <a:avLst/>
          </a:prstGeom>
          <a:ln>
            <a:noFill/>
          </a:ln>
        </p:spPr>
      </p:pic>
      <p:pic>
        <p:nvPicPr>
          <p:cNvPr id="184" name="bg object 27" descr=""/>
          <p:cNvPicPr/>
          <p:nvPr/>
        </p:nvPicPr>
        <p:blipFill>
          <a:blip r:embed="rId12"/>
          <a:stretch/>
        </p:blipFill>
        <p:spPr>
          <a:xfrm>
            <a:off x="11542680" y="487800"/>
            <a:ext cx="159120" cy="119160"/>
          </a:xfrm>
          <a:prstGeom prst="rect">
            <a:avLst/>
          </a:prstGeom>
          <a:ln>
            <a:noFill/>
          </a:ln>
        </p:spPr>
      </p:pic>
      <p:pic>
        <p:nvPicPr>
          <p:cNvPr id="185" name="bg object 28" descr=""/>
          <p:cNvPicPr/>
          <p:nvPr/>
        </p:nvPicPr>
        <p:blipFill>
          <a:blip r:embed="rId13"/>
          <a:stretch/>
        </p:blipFill>
        <p:spPr>
          <a:xfrm>
            <a:off x="11766960" y="487800"/>
            <a:ext cx="159120" cy="119160"/>
          </a:xfrm>
          <a:prstGeom prst="rect">
            <a:avLst/>
          </a:prstGeom>
          <a:ln>
            <a:noFill/>
          </a:ln>
        </p:spPr>
      </p:pic>
      <p:pic>
        <p:nvPicPr>
          <p:cNvPr id="186" name="bg object 29" descr=""/>
          <p:cNvPicPr/>
          <p:nvPr/>
        </p:nvPicPr>
        <p:blipFill>
          <a:blip r:embed="rId14"/>
          <a:stretch/>
        </p:blipFill>
        <p:spPr>
          <a:xfrm>
            <a:off x="10870560" y="657000"/>
            <a:ext cx="158760" cy="117720"/>
          </a:xfrm>
          <a:prstGeom prst="rect">
            <a:avLst/>
          </a:prstGeom>
          <a:ln>
            <a:noFill/>
          </a:ln>
        </p:spPr>
      </p:pic>
      <p:pic>
        <p:nvPicPr>
          <p:cNvPr id="187" name="bg object 30" descr=""/>
          <p:cNvPicPr/>
          <p:nvPr/>
        </p:nvPicPr>
        <p:blipFill>
          <a:blip r:embed="rId15"/>
          <a:stretch/>
        </p:blipFill>
        <p:spPr>
          <a:xfrm>
            <a:off x="11094840" y="657000"/>
            <a:ext cx="159120" cy="117720"/>
          </a:xfrm>
          <a:prstGeom prst="rect">
            <a:avLst/>
          </a:prstGeom>
          <a:ln>
            <a:noFill/>
          </a:ln>
        </p:spPr>
      </p:pic>
      <p:pic>
        <p:nvPicPr>
          <p:cNvPr id="188" name="bg object 31" descr=""/>
          <p:cNvPicPr/>
          <p:nvPr/>
        </p:nvPicPr>
        <p:blipFill>
          <a:blip r:embed="rId16"/>
          <a:stretch/>
        </p:blipFill>
        <p:spPr>
          <a:xfrm>
            <a:off x="11318760" y="657000"/>
            <a:ext cx="159120" cy="117720"/>
          </a:xfrm>
          <a:prstGeom prst="rect">
            <a:avLst/>
          </a:prstGeom>
          <a:ln>
            <a:noFill/>
          </a:ln>
        </p:spPr>
      </p:pic>
      <p:pic>
        <p:nvPicPr>
          <p:cNvPr id="189" name="bg object 32" descr=""/>
          <p:cNvPicPr/>
          <p:nvPr/>
        </p:nvPicPr>
        <p:blipFill>
          <a:blip r:embed="rId17"/>
          <a:stretch/>
        </p:blipFill>
        <p:spPr>
          <a:xfrm>
            <a:off x="11542680" y="657000"/>
            <a:ext cx="159120" cy="117720"/>
          </a:xfrm>
          <a:prstGeom prst="rect">
            <a:avLst/>
          </a:prstGeom>
          <a:ln>
            <a:noFill/>
          </a:ln>
        </p:spPr>
      </p:pic>
      <p:pic>
        <p:nvPicPr>
          <p:cNvPr id="190" name="bg object 33" descr=""/>
          <p:cNvPicPr/>
          <p:nvPr/>
        </p:nvPicPr>
        <p:blipFill>
          <a:blip r:embed="rId18"/>
          <a:stretch/>
        </p:blipFill>
        <p:spPr>
          <a:xfrm>
            <a:off x="10870560" y="824400"/>
            <a:ext cx="158760" cy="117720"/>
          </a:xfrm>
          <a:prstGeom prst="rect">
            <a:avLst/>
          </a:prstGeom>
          <a:ln>
            <a:noFill/>
          </a:ln>
        </p:spPr>
      </p:pic>
      <p:pic>
        <p:nvPicPr>
          <p:cNvPr id="191" name="bg object 34" descr=""/>
          <p:cNvPicPr/>
          <p:nvPr/>
        </p:nvPicPr>
        <p:blipFill>
          <a:blip r:embed="rId19"/>
          <a:stretch/>
        </p:blipFill>
        <p:spPr>
          <a:xfrm>
            <a:off x="11094840" y="824400"/>
            <a:ext cx="159120" cy="117720"/>
          </a:xfrm>
          <a:prstGeom prst="rect">
            <a:avLst/>
          </a:prstGeom>
          <a:ln>
            <a:noFill/>
          </a:ln>
        </p:spPr>
      </p:pic>
      <p:pic>
        <p:nvPicPr>
          <p:cNvPr id="192" name="bg object 35" descr=""/>
          <p:cNvPicPr/>
          <p:nvPr/>
        </p:nvPicPr>
        <p:blipFill>
          <a:blip r:embed="rId20"/>
          <a:stretch/>
        </p:blipFill>
        <p:spPr>
          <a:xfrm>
            <a:off x="11318760" y="824400"/>
            <a:ext cx="159120" cy="117720"/>
          </a:xfrm>
          <a:prstGeom prst="rect">
            <a:avLst/>
          </a:prstGeom>
          <a:ln>
            <a:noFill/>
          </a:ln>
        </p:spPr>
      </p:pic>
      <p:pic>
        <p:nvPicPr>
          <p:cNvPr id="193" name="bg object 36" descr=""/>
          <p:cNvPicPr/>
          <p:nvPr/>
        </p:nvPicPr>
        <p:blipFill>
          <a:blip r:embed="rId21"/>
          <a:stretch/>
        </p:blipFill>
        <p:spPr>
          <a:xfrm>
            <a:off x="11542680" y="824400"/>
            <a:ext cx="159120" cy="117720"/>
          </a:xfrm>
          <a:prstGeom prst="rect">
            <a:avLst/>
          </a:prstGeom>
          <a:ln>
            <a:noFill/>
          </a:ln>
        </p:spPr>
      </p:pic>
      <p:pic>
        <p:nvPicPr>
          <p:cNvPr id="194" name="bg object 37" descr=""/>
          <p:cNvPicPr/>
          <p:nvPr/>
        </p:nvPicPr>
        <p:blipFill>
          <a:blip r:embed="rId22"/>
          <a:stretch/>
        </p:blipFill>
        <p:spPr>
          <a:xfrm>
            <a:off x="11766960" y="824400"/>
            <a:ext cx="159120" cy="117720"/>
          </a:xfrm>
          <a:prstGeom prst="rect">
            <a:avLst/>
          </a:prstGeom>
          <a:ln>
            <a:noFill/>
          </a:ln>
        </p:spPr>
      </p:pic>
      <p:pic>
        <p:nvPicPr>
          <p:cNvPr id="195" name="bg object 38" descr=""/>
          <p:cNvPicPr/>
          <p:nvPr/>
        </p:nvPicPr>
        <p:blipFill>
          <a:blip r:embed="rId23"/>
          <a:stretch/>
        </p:blipFill>
        <p:spPr>
          <a:xfrm>
            <a:off x="10870560" y="992160"/>
            <a:ext cx="158760" cy="119160"/>
          </a:xfrm>
          <a:prstGeom prst="rect">
            <a:avLst/>
          </a:prstGeom>
          <a:ln>
            <a:noFill/>
          </a:ln>
        </p:spPr>
      </p:pic>
      <p:pic>
        <p:nvPicPr>
          <p:cNvPr id="196" name="bg object 39" descr=""/>
          <p:cNvPicPr/>
          <p:nvPr/>
        </p:nvPicPr>
        <p:blipFill>
          <a:blip r:embed="rId24"/>
          <a:stretch/>
        </p:blipFill>
        <p:spPr>
          <a:xfrm>
            <a:off x="11094840" y="992160"/>
            <a:ext cx="159120" cy="119160"/>
          </a:xfrm>
          <a:prstGeom prst="rect">
            <a:avLst/>
          </a:prstGeom>
          <a:ln>
            <a:noFill/>
          </a:ln>
        </p:spPr>
      </p:pic>
      <p:pic>
        <p:nvPicPr>
          <p:cNvPr id="197" name="bg object 40" descr=""/>
          <p:cNvPicPr/>
          <p:nvPr/>
        </p:nvPicPr>
        <p:blipFill>
          <a:blip r:embed="rId25"/>
          <a:stretch/>
        </p:blipFill>
        <p:spPr>
          <a:xfrm>
            <a:off x="11318760" y="992160"/>
            <a:ext cx="159120" cy="119160"/>
          </a:xfrm>
          <a:prstGeom prst="rect">
            <a:avLst/>
          </a:prstGeom>
          <a:ln>
            <a:noFill/>
          </a:ln>
        </p:spPr>
      </p:pic>
      <p:pic>
        <p:nvPicPr>
          <p:cNvPr id="198" name="bg object 41" descr=""/>
          <p:cNvPicPr/>
          <p:nvPr/>
        </p:nvPicPr>
        <p:blipFill>
          <a:blip r:embed="rId26"/>
          <a:stretch/>
        </p:blipFill>
        <p:spPr>
          <a:xfrm>
            <a:off x="11542680" y="992160"/>
            <a:ext cx="159120" cy="119160"/>
          </a:xfrm>
          <a:prstGeom prst="rect">
            <a:avLst/>
          </a:prstGeom>
          <a:ln>
            <a:noFill/>
          </a:ln>
        </p:spPr>
      </p:pic>
      <p:pic>
        <p:nvPicPr>
          <p:cNvPr id="199" name="bg object 42" descr=""/>
          <p:cNvPicPr/>
          <p:nvPr/>
        </p:nvPicPr>
        <p:blipFill>
          <a:blip r:embed="rId27"/>
          <a:stretch/>
        </p:blipFill>
        <p:spPr>
          <a:xfrm>
            <a:off x="10870560" y="1159920"/>
            <a:ext cx="158760" cy="119160"/>
          </a:xfrm>
          <a:prstGeom prst="rect">
            <a:avLst/>
          </a:prstGeom>
          <a:ln>
            <a:noFill/>
          </a:ln>
        </p:spPr>
      </p:pic>
      <p:pic>
        <p:nvPicPr>
          <p:cNvPr id="200" name="bg object 43" descr=""/>
          <p:cNvPicPr/>
          <p:nvPr/>
        </p:nvPicPr>
        <p:blipFill>
          <a:blip r:embed="rId28"/>
          <a:stretch/>
        </p:blipFill>
        <p:spPr>
          <a:xfrm>
            <a:off x="11094840" y="1159920"/>
            <a:ext cx="159120" cy="119160"/>
          </a:xfrm>
          <a:prstGeom prst="rect">
            <a:avLst/>
          </a:prstGeom>
          <a:ln>
            <a:noFill/>
          </a:ln>
        </p:spPr>
      </p:pic>
      <p:pic>
        <p:nvPicPr>
          <p:cNvPr id="201" name="bg object 44" descr=""/>
          <p:cNvPicPr/>
          <p:nvPr/>
        </p:nvPicPr>
        <p:blipFill>
          <a:blip r:embed="rId29"/>
          <a:stretch/>
        </p:blipFill>
        <p:spPr>
          <a:xfrm>
            <a:off x="11318760" y="1159920"/>
            <a:ext cx="159120" cy="119160"/>
          </a:xfrm>
          <a:prstGeom prst="rect">
            <a:avLst/>
          </a:prstGeom>
          <a:ln>
            <a:noFill/>
          </a:ln>
        </p:spPr>
      </p:pic>
      <p:pic>
        <p:nvPicPr>
          <p:cNvPr id="202" name="bg object 45" descr=""/>
          <p:cNvPicPr/>
          <p:nvPr/>
        </p:nvPicPr>
        <p:blipFill>
          <a:blip r:embed="rId30"/>
          <a:stretch/>
        </p:blipFill>
        <p:spPr>
          <a:xfrm>
            <a:off x="11542680" y="1159920"/>
            <a:ext cx="159120" cy="119160"/>
          </a:xfrm>
          <a:prstGeom prst="rect">
            <a:avLst/>
          </a:prstGeom>
          <a:ln>
            <a:noFill/>
          </a:ln>
        </p:spPr>
      </p:pic>
      <p:pic>
        <p:nvPicPr>
          <p:cNvPr id="203" name="bg object 46" descr=""/>
          <p:cNvPicPr/>
          <p:nvPr/>
        </p:nvPicPr>
        <p:blipFill>
          <a:blip r:embed="rId31"/>
          <a:stretch/>
        </p:blipFill>
        <p:spPr>
          <a:xfrm>
            <a:off x="11094840" y="1327320"/>
            <a:ext cx="159120" cy="119160"/>
          </a:xfrm>
          <a:prstGeom prst="rect">
            <a:avLst/>
          </a:prstGeom>
          <a:ln>
            <a:noFill/>
          </a:ln>
        </p:spPr>
      </p:pic>
      <p:pic>
        <p:nvPicPr>
          <p:cNvPr id="204" name="bg object 47" descr=""/>
          <p:cNvPicPr/>
          <p:nvPr/>
        </p:nvPicPr>
        <p:blipFill>
          <a:blip r:embed="rId32"/>
          <a:stretch/>
        </p:blipFill>
        <p:spPr>
          <a:xfrm>
            <a:off x="11542680" y="1327320"/>
            <a:ext cx="159120" cy="119160"/>
          </a:xfrm>
          <a:prstGeom prst="rect">
            <a:avLst/>
          </a:prstGeom>
          <a:ln>
            <a:noFill/>
          </a:ln>
        </p:spPr>
      </p:pic>
      <p:sp>
        <p:nvSpPr>
          <p:cNvPr id="205" name="PlaceHolder 2"/>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206"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33"/>
    <p:sldLayoutId id="2147483676" r:id="rId34"/>
    <p:sldLayoutId id="2147483677" r:id="rId35"/>
    <p:sldLayoutId id="2147483678" r:id="rId36"/>
    <p:sldLayoutId id="2147483679" r:id="rId37"/>
    <p:sldLayoutId id="2147483680" r:id="rId38"/>
    <p:sldLayoutId id="2147483681" r:id="rId39"/>
    <p:sldLayoutId id="2147483682" r:id="rId40"/>
    <p:sldLayoutId id="2147483683" r:id="rId41"/>
    <p:sldLayoutId id="2147483684" r:id="rId42"/>
    <p:sldLayoutId id="2147483685" r:id="rId43"/>
    <p:sldLayoutId id="2147483686" r:id="rId4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3" name="CustomShape 1"/>
          <p:cNvSpPr/>
          <p:nvPr/>
        </p:nvSpPr>
        <p:spPr>
          <a:xfrm>
            <a:off x="10617840" y="152280"/>
            <a:ext cx="360" cy="1522800"/>
          </a:xfrm>
          <a:custGeom>
            <a:avLst/>
            <a:gdLst/>
            <a:ahLst/>
            <a:rect l="l" t="t" r="r" b="b"/>
            <a:pathLst>
              <a:path w="0" h="1524000">
                <a:moveTo>
                  <a:pt x="0" y="0"/>
                </a:moveTo>
                <a:lnTo>
                  <a:pt x="0" y="1524000"/>
                </a:lnTo>
              </a:path>
            </a:pathLst>
          </a:custGeom>
          <a:noFill/>
          <a:ln w="9360">
            <a:solidFill>
              <a:srgbClr val="000000"/>
            </a:solidFill>
            <a:round/>
          </a:ln>
        </p:spPr>
        <p:style>
          <a:lnRef idx="0"/>
          <a:fillRef idx="0"/>
          <a:effectRef idx="0"/>
          <a:fontRef idx="minor"/>
        </p:style>
      </p:sp>
      <p:pic>
        <p:nvPicPr>
          <p:cNvPr id="244" name="bg object 17" descr=""/>
          <p:cNvPicPr/>
          <p:nvPr/>
        </p:nvPicPr>
        <p:blipFill>
          <a:blip r:embed="rId2"/>
          <a:stretch/>
        </p:blipFill>
        <p:spPr>
          <a:xfrm>
            <a:off x="10870560" y="152280"/>
            <a:ext cx="158760" cy="119160"/>
          </a:xfrm>
          <a:prstGeom prst="rect">
            <a:avLst/>
          </a:prstGeom>
          <a:ln>
            <a:noFill/>
          </a:ln>
        </p:spPr>
      </p:pic>
      <p:pic>
        <p:nvPicPr>
          <p:cNvPr id="245" name="bg object 18" descr=""/>
          <p:cNvPicPr/>
          <p:nvPr/>
        </p:nvPicPr>
        <p:blipFill>
          <a:blip r:embed="rId3"/>
          <a:stretch/>
        </p:blipFill>
        <p:spPr>
          <a:xfrm>
            <a:off x="11094840" y="152280"/>
            <a:ext cx="159120" cy="119160"/>
          </a:xfrm>
          <a:prstGeom prst="rect">
            <a:avLst/>
          </a:prstGeom>
          <a:ln>
            <a:noFill/>
          </a:ln>
        </p:spPr>
      </p:pic>
      <p:pic>
        <p:nvPicPr>
          <p:cNvPr id="246" name="bg object 19" descr=""/>
          <p:cNvPicPr/>
          <p:nvPr/>
        </p:nvPicPr>
        <p:blipFill>
          <a:blip r:embed="rId4"/>
          <a:stretch/>
        </p:blipFill>
        <p:spPr>
          <a:xfrm>
            <a:off x="11318760" y="152280"/>
            <a:ext cx="159120" cy="119160"/>
          </a:xfrm>
          <a:prstGeom prst="rect">
            <a:avLst/>
          </a:prstGeom>
          <a:ln>
            <a:noFill/>
          </a:ln>
        </p:spPr>
      </p:pic>
      <p:pic>
        <p:nvPicPr>
          <p:cNvPr id="247" name="bg object 20" descr=""/>
          <p:cNvPicPr/>
          <p:nvPr/>
        </p:nvPicPr>
        <p:blipFill>
          <a:blip r:embed="rId5"/>
          <a:stretch/>
        </p:blipFill>
        <p:spPr>
          <a:xfrm>
            <a:off x="10870560" y="320040"/>
            <a:ext cx="158760" cy="119160"/>
          </a:xfrm>
          <a:prstGeom prst="rect">
            <a:avLst/>
          </a:prstGeom>
          <a:ln>
            <a:noFill/>
          </a:ln>
        </p:spPr>
      </p:pic>
      <p:pic>
        <p:nvPicPr>
          <p:cNvPr id="248" name="bg object 21" descr=""/>
          <p:cNvPicPr/>
          <p:nvPr/>
        </p:nvPicPr>
        <p:blipFill>
          <a:blip r:embed="rId6"/>
          <a:stretch/>
        </p:blipFill>
        <p:spPr>
          <a:xfrm>
            <a:off x="11094840" y="320040"/>
            <a:ext cx="159120" cy="119160"/>
          </a:xfrm>
          <a:prstGeom prst="rect">
            <a:avLst/>
          </a:prstGeom>
          <a:ln>
            <a:noFill/>
          </a:ln>
        </p:spPr>
      </p:pic>
      <p:pic>
        <p:nvPicPr>
          <p:cNvPr id="249" name="bg object 22" descr=""/>
          <p:cNvPicPr/>
          <p:nvPr/>
        </p:nvPicPr>
        <p:blipFill>
          <a:blip r:embed="rId7"/>
          <a:stretch/>
        </p:blipFill>
        <p:spPr>
          <a:xfrm>
            <a:off x="11318760" y="320040"/>
            <a:ext cx="159120" cy="119160"/>
          </a:xfrm>
          <a:prstGeom prst="rect">
            <a:avLst/>
          </a:prstGeom>
          <a:ln>
            <a:noFill/>
          </a:ln>
        </p:spPr>
      </p:pic>
      <p:pic>
        <p:nvPicPr>
          <p:cNvPr id="250" name="bg object 23" descr=""/>
          <p:cNvPicPr/>
          <p:nvPr/>
        </p:nvPicPr>
        <p:blipFill>
          <a:blip r:embed="rId8"/>
          <a:stretch/>
        </p:blipFill>
        <p:spPr>
          <a:xfrm>
            <a:off x="11542680" y="320040"/>
            <a:ext cx="159120" cy="119160"/>
          </a:xfrm>
          <a:prstGeom prst="rect">
            <a:avLst/>
          </a:prstGeom>
          <a:ln>
            <a:noFill/>
          </a:ln>
        </p:spPr>
      </p:pic>
      <p:pic>
        <p:nvPicPr>
          <p:cNvPr id="251" name="bg object 24" descr=""/>
          <p:cNvPicPr/>
          <p:nvPr/>
        </p:nvPicPr>
        <p:blipFill>
          <a:blip r:embed="rId9"/>
          <a:stretch/>
        </p:blipFill>
        <p:spPr>
          <a:xfrm>
            <a:off x="10870560" y="487800"/>
            <a:ext cx="158760" cy="119160"/>
          </a:xfrm>
          <a:prstGeom prst="rect">
            <a:avLst/>
          </a:prstGeom>
          <a:ln>
            <a:noFill/>
          </a:ln>
        </p:spPr>
      </p:pic>
      <p:pic>
        <p:nvPicPr>
          <p:cNvPr id="252" name="bg object 25" descr=""/>
          <p:cNvPicPr/>
          <p:nvPr/>
        </p:nvPicPr>
        <p:blipFill>
          <a:blip r:embed="rId10"/>
          <a:stretch/>
        </p:blipFill>
        <p:spPr>
          <a:xfrm>
            <a:off x="11094840" y="487800"/>
            <a:ext cx="159120" cy="119160"/>
          </a:xfrm>
          <a:prstGeom prst="rect">
            <a:avLst/>
          </a:prstGeom>
          <a:ln>
            <a:noFill/>
          </a:ln>
        </p:spPr>
      </p:pic>
      <p:pic>
        <p:nvPicPr>
          <p:cNvPr id="253" name="bg object 26" descr=""/>
          <p:cNvPicPr/>
          <p:nvPr/>
        </p:nvPicPr>
        <p:blipFill>
          <a:blip r:embed="rId11"/>
          <a:stretch/>
        </p:blipFill>
        <p:spPr>
          <a:xfrm>
            <a:off x="11318760" y="487800"/>
            <a:ext cx="159120" cy="119160"/>
          </a:xfrm>
          <a:prstGeom prst="rect">
            <a:avLst/>
          </a:prstGeom>
          <a:ln>
            <a:noFill/>
          </a:ln>
        </p:spPr>
      </p:pic>
      <p:pic>
        <p:nvPicPr>
          <p:cNvPr id="254" name="bg object 27" descr=""/>
          <p:cNvPicPr/>
          <p:nvPr/>
        </p:nvPicPr>
        <p:blipFill>
          <a:blip r:embed="rId12"/>
          <a:stretch/>
        </p:blipFill>
        <p:spPr>
          <a:xfrm>
            <a:off x="11542680" y="487800"/>
            <a:ext cx="159120" cy="119160"/>
          </a:xfrm>
          <a:prstGeom prst="rect">
            <a:avLst/>
          </a:prstGeom>
          <a:ln>
            <a:noFill/>
          </a:ln>
        </p:spPr>
      </p:pic>
      <p:pic>
        <p:nvPicPr>
          <p:cNvPr id="255" name="bg object 28" descr=""/>
          <p:cNvPicPr/>
          <p:nvPr/>
        </p:nvPicPr>
        <p:blipFill>
          <a:blip r:embed="rId13"/>
          <a:stretch/>
        </p:blipFill>
        <p:spPr>
          <a:xfrm>
            <a:off x="11766960" y="487800"/>
            <a:ext cx="159120" cy="119160"/>
          </a:xfrm>
          <a:prstGeom prst="rect">
            <a:avLst/>
          </a:prstGeom>
          <a:ln>
            <a:noFill/>
          </a:ln>
        </p:spPr>
      </p:pic>
      <p:pic>
        <p:nvPicPr>
          <p:cNvPr id="256" name="bg object 29" descr=""/>
          <p:cNvPicPr/>
          <p:nvPr/>
        </p:nvPicPr>
        <p:blipFill>
          <a:blip r:embed="rId14"/>
          <a:stretch/>
        </p:blipFill>
        <p:spPr>
          <a:xfrm>
            <a:off x="10870560" y="657000"/>
            <a:ext cx="158760" cy="117720"/>
          </a:xfrm>
          <a:prstGeom prst="rect">
            <a:avLst/>
          </a:prstGeom>
          <a:ln>
            <a:noFill/>
          </a:ln>
        </p:spPr>
      </p:pic>
      <p:pic>
        <p:nvPicPr>
          <p:cNvPr id="257" name="bg object 30" descr=""/>
          <p:cNvPicPr/>
          <p:nvPr/>
        </p:nvPicPr>
        <p:blipFill>
          <a:blip r:embed="rId15"/>
          <a:stretch/>
        </p:blipFill>
        <p:spPr>
          <a:xfrm>
            <a:off x="11094840" y="657000"/>
            <a:ext cx="159120" cy="117720"/>
          </a:xfrm>
          <a:prstGeom prst="rect">
            <a:avLst/>
          </a:prstGeom>
          <a:ln>
            <a:noFill/>
          </a:ln>
        </p:spPr>
      </p:pic>
      <p:pic>
        <p:nvPicPr>
          <p:cNvPr id="258" name="bg object 31" descr=""/>
          <p:cNvPicPr/>
          <p:nvPr/>
        </p:nvPicPr>
        <p:blipFill>
          <a:blip r:embed="rId16"/>
          <a:stretch/>
        </p:blipFill>
        <p:spPr>
          <a:xfrm>
            <a:off x="11318760" y="657000"/>
            <a:ext cx="159120" cy="117720"/>
          </a:xfrm>
          <a:prstGeom prst="rect">
            <a:avLst/>
          </a:prstGeom>
          <a:ln>
            <a:noFill/>
          </a:ln>
        </p:spPr>
      </p:pic>
      <p:pic>
        <p:nvPicPr>
          <p:cNvPr id="259" name="bg object 32" descr=""/>
          <p:cNvPicPr/>
          <p:nvPr/>
        </p:nvPicPr>
        <p:blipFill>
          <a:blip r:embed="rId17"/>
          <a:stretch/>
        </p:blipFill>
        <p:spPr>
          <a:xfrm>
            <a:off x="11542680" y="657000"/>
            <a:ext cx="159120" cy="117720"/>
          </a:xfrm>
          <a:prstGeom prst="rect">
            <a:avLst/>
          </a:prstGeom>
          <a:ln>
            <a:noFill/>
          </a:ln>
        </p:spPr>
      </p:pic>
      <p:pic>
        <p:nvPicPr>
          <p:cNvPr id="260" name="bg object 33" descr=""/>
          <p:cNvPicPr/>
          <p:nvPr/>
        </p:nvPicPr>
        <p:blipFill>
          <a:blip r:embed="rId18"/>
          <a:stretch/>
        </p:blipFill>
        <p:spPr>
          <a:xfrm>
            <a:off x="10870560" y="824400"/>
            <a:ext cx="158760" cy="117720"/>
          </a:xfrm>
          <a:prstGeom prst="rect">
            <a:avLst/>
          </a:prstGeom>
          <a:ln>
            <a:noFill/>
          </a:ln>
        </p:spPr>
      </p:pic>
      <p:pic>
        <p:nvPicPr>
          <p:cNvPr id="261" name="bg object 34" descr=""/>
          <p:cNvPicPr/>
          <p:nvPr/>
        </p:nvPicPr>
        <p:blipFill>
          <a:blip r:embed="rId19"/>
          <a:stretch/>
        </p:blipFill>
        <p:spPr>
          <a:xfrm>
            <a:off x="11094840" y="824400"/>
            <a:ext cx="159120" cy="117720"/>
          </a:xfrm>
          <a:prstGeom prst="rect">
            <a:avLst/>
          </a:prstGeom>
          <a:ln>
            <a:noFill/>
          </a:ln>
        </p:spPr>
      </p:pic>
      <p:pic>
        <p:nvPicPr>
          <p:cNvPr id="262" name="bg object 35" descr=""/>
          <p:cNvPicPr/>
          <p:nvPr/>
        </p:nvPicPr>
        <p:blipFill>
          <a:blip r:embed="rId20"/>
          <a:stretch/>
        </p:blipFill>
        <p:spPr>
          <a:xfrm>
            <a:off x="11318760" y="824400"/>
            <a:ext cx="159120" cy="117720"/>
          </a:xfrm>
          <a:prstGeom prst="rect">
            <a:avLst/>
          </a:prstGeom>
          <a:ln>
            <a:noFill/>
          </a:ln>
        </p:spPr>
      </p:pic>
      <p:pic>
        <p:nvPicPr>
          <p:cNvPr id="263" name="bg object 36" descr=""/>
          <p:cNvPicPr/>
          <p:nvPr/>
        </p:nvPicPr>
        <p:blipFill>
          <a:blip r:embed="rId21"/>
          <a:stretch/>
        </p:blipFill>
        <p:spPr>
          <a:xfrm>
            <a:off x="11542680" y="824400"/>
            <a:ext cx="159120" cy="117720"/>
          </a:xfrm>
          <a:prstGeom prst="rect">
            <a:avLst/>
          </a:prstGeom>
          <a:ln>
            <a:noFill/>
          </a:ln>
        </p:spPr>
      </p:pic>
      <p:pic>
        <p:nvPicPr>
          <p:cNvPr id="264" name="bg object 37" descr=""/>
          <p:cNvPicPr/>
          <p:nvPr/>
        </p:nvPicPr>
        <p:blipFill>
          <a:blip r:embed="rId22"/>
          <a:stretch/>
        </p:blipFill>
        <p:spPr>
          <a:xfrm>
            <a:off x="11766960" y="824400"/>
            <a:ext cx="159120" cy="117720"/>
          </a:xfrm>
          <a:prstGeom prst="rect">
            <a:avLst/>
          </a:prstGeom>
          <a:ln>
            <a:noFill/>
          </a:ln>
        </p:spPr>
      </p:pic>
      <p:pic>
        <p:nvPicPr>
          <p:cNvPr id="265" name="bg object 38" descr=""/>
          <p:cNvPicPr/>
          <p:nvPr/>
        </p:nvPicPr>
        <p:blipFill>
          <a:blip r:embed="rId23"/>
          <a:stretch/>
        </p:blipFill>
        <p:spPr>
          <a:xfrm>
            <a:off x="10870560" y="992160"/>
            <a:ext cx="158760" cy="119160"/>
          </a:xfrm>
          <a:prstGeom prst="rect">
            <a:avLst/>
          </a:prstGeom>
          <a:ln>
            <a:noFill/>
          </a:ln>
        </p:spPr>
      </p:pic>
      <p:pic>
        <p:nvPicPr>
          <p:cNvPr id="266" name="bg object 39" descr=""/>
          <p:cNvPicPr/>
          <p:nvPr/>
        </p:nvPicPr>
        <p:blipFill>
          <a:blip r:embed="rId24"/>
          <a:stretch/>
        </p:blipFill>
        <p:spPr>
          <a:xfrm>
            <a:off x="11094840" y="992160"/>
            <a:ext cx="159120" cy="119160"/>
          </a:xfrm>
          <a:prstGeom prst="rect">
            <a:avLst/>
          </a:prstGeom>
          <a:ln>
            <a:noFill/>
          </a:ln>
        </p:spPr>
      </p:pic>
      <p:pic>
        <p:nvPicPr>
          <p:cNvPr id="267" name="bg object 40" descr=""/>
          <p:cNvPicPr/>
          <p:nvPr/>
        </p:nvPicPr>
        <p:blipFill>
          <a:blip r:embed="rId25"/>
          <a:stretch/>
        </p:blipFill>
        <p:spPr>
          <a:xfrm>
            <a:off x="11318760" y="992160"/>
            <a:ext cx="159120" cy="119160"/>
          </a:xfrm>
          <a:prstGeom prst="rect">
            <a:avLst/>
          </a:prstGeom>
          <a:ln>
            <a:noFill/>
          </a:ln>
        </p:spPr>
      </p:pic>
      <p:pic>
        <p:nvPicPr>
          <p:cNvPr id="268" name="bg object 41" descr=""/>
          <p:cNvPicPr/>
          <p:nvPr/>
        </p:nvPicPr>
        <p:blipFill>
          <a:blip r:embed="rId26"/>
          <a:stretch/>
        </p:blipFill>
        <p:spPr>
          <a:xfrm>
            <a:off x="11542680" y="992160"/>
            <a:ext cx="159120" cy="119160"/>
          </a:xfrm>
          <a:prstGeom prst="rect">
            <a:avLst/>
          </a:prstGeom>
          <a:ln>
            <a:noFill/>
          </a:ln>
        </p:spPr>
      </p:pic>
      <p:pic>
        <p:nvPicPr>
          <p:cNvPr id="269" name="bg object 42" descr=""/>
          <p:cNvPicPr/>
          <p:nvPr/>
        </p:nvPicPr>
        <p:blipFill>
          <a:blip r:embed="rId27"/>
          <a:stretch/>
        </p:blipFill>
        <p:spPr>
          <a:xfrm>
            <a:off x="10870560" y="1159920"/>
            <a:ext cx="158760" cy="119160"/>
          </a:xfrm>
          <a:prstGeom prst="rect">
            <a:avLst/>
          </a:prstGeom>
          <a:ln>
            <a:noFill/>
          </a:ln>
        </p:spPr>
      </p:pic>
      <p:pic>
        <p:nvPicPr>
          <p:cNvPr id="270" name="bg object 43" descr=""/>
          <p:cNvPicPr/>
          <p:nvPr/>
        </p:nvPicPr>
        <p:blipFill>
          <a:blip r:embed="rId28"/>
          <a:stretch/>
        </p:blipFill>
        <p:spPr>
          <a:xfrm>
            <a:off x="11094840" y="1159920"/>
            <a:ext cx="159120" cy="119160"/>
          </a:xfrm>
          <a:prstGeom prst="rect">
            <a:avLst/>
          </a:prstGeom>
          <a:ln>
            <a:noFill/>
          </a:ln>
        </p:spPr>
      </p:pic>
      <p:pic>
        <p:nvPicPr>
          <p:cNvPr id="271" name="bg object 44" descr=""/>
          <p:cNvPicPr/>
          <p:nvPr/>
        </p:nvPicPr>
        <p:blipFill>
          <a:blip r:embed="rId29"/>
          <a:stretch/>
        </p:blipFill>
        <p:spPr>
          <a:xfrm>
            <a:off x="11318760" y="1159920"/>
            <a:ext cx="159120" cy="119160"/>
          </a:xfrm>
          <a:prstGeom prst="rect">
            <a:avLst/>
          </a:prstGeom>
          <a:ln>
            <a:noFill/>
          </a:ln>
        </p:spPr>
      </p:pic>
      <p:pic>
        <p:nvPicPr>
          <p:cNvPr id="272" name="bg object 45" descr=""/>
          <p:cNvPicPr/>
          <p:nvPr/>
        </p:nvPicPr>
        <p:blipFill>
          <a:blip r:embed="rId30"/>
          <a:stretch/>
        </p:blipFill>
        <p:spPr>
          <a:xfrm>
            <a:off x="11542680" y="1159920"/>
            <a:ext cx="159120" cy="119160"/>
          </a:xfrm>
          <a:prstGeom prst="rect">
            <a:avLst/>
          </a:prstGeom>
          <a:ln>
            <a:noFill/>
          </a:ln>
        </p:spPr>
      </p:pic>
      <p:pic>
        <p:nvPicPr>
          <p:cNvPr id="273" name="bg object 46" descr=""/>
          <p:cNvPicPr/>
          <p:nvPr/>
        </p:nvPicPr>
        <p:blipFill>
          <a:blip r:embed="rId31"/>
          <a:stretch/>
        </p:blipFill>
        <p:spPr>
          <a:xfrm>
            <a:off x="11094840" y="1327320"/>
            <a:ext cx="159120" cy="119160"/>
          </a:xfrm>
          <a:prstGeom prst="rect">
            <a:avLst/>
          </a:prstGeom>
          <a:ln>
            <a:noFill/>
          </a:ln>
        </p:spPr>
      </p:pic>
      <p:pic>
        <p:nvPicPr>
          <p:cNvPr id="274" name="bg object 47" descr=""/>
          <p:cNvPicPr/>
          <p:nvPr/>
        </p:nvPicPr>
        <p:blipFill>
          <a:blip r:embed="rId32"/>
          <a:stretch/>
        </p:blipFill>
        <p:spPr>
          <a:xfrm>
            <a:off x="11542680" y="1327320"/>
            <a:ext cx="159120" cy="119160"/>
          </a:xfrm>
          <a:prstGeom prst="rect">
            <a:avLst/>
          </a:prstGeom>
          <a:ln>
            <a:noFill/>
          </a:ln>
        </p:spPr>
      </p:pic>
      <p:sp>
        <p:nvSpPr>
          <p:cNvPr id="275" name="PlaceHolder 2"/>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276"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33"/>
    <p:sldLayoutId id="2147483689" r:id="rId34"/>
    <p:sldLayoutId id="2147483690" r:id="rId35"/>
    <p:sldLayoutId id="2147483691" r:id="rId36"/>
    <p:sldLayoutId id="2147483692" r:id="rId37"/>
    <p:sldLayoutId id="2147483693" r:id="rId38"/>
    <p:sldLayoutId id="2147483694" r:id="rId39"/>
    <p:sldLayoutId id="2147483695" r:id="rId40"/>
    <p:sldLayoutId id="2147483696" r:id="rId41"/>
    <p:sldLayoutId id="2147483697" r:id="rId42"/>
    <p:sldLayoutId id="2147483698" r:id="rId43"/>
    <p:sldLayoutId id="2147483699" r:id="rId4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image" Target="../media/image125.png"/><Relationship Id="rId2"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xml.rels><?xml version="1.0" encoding="UTF-8"?>
<Relationships xmlns="http://schemas.openxmlformats.org/package/2006/relationships"><Relationship Id="rId1" Type="http://schemas.openxmlformats.org/officeDocument/2006/relationships/image" Target="../media/image126.jpeg"/><Relationship Id="rId2" Type="http://schemas.openxmlformats.org/officeDocument/2006/relationships/slideLayout" Target="../slideLayouts/slideLayout25.xml"/>
</Relationships>
</file>

<file path=ppt/slides/_rels/slide7.xml.rels><?xml version="1.0" encoding="UTF-8"?>
<Relationships xmlns="http://schemas.openxmlformats.org/package/2006/relationships"><Relationship Id="rId1" Type="http://schemas.openxmlformats.org/officeDocument/2006/relationships/hyperlink" Target="https://www.tutorialspoint.com/python/tk_dimensions.htm" TargetMode="External"/><Relationship Id="rId2" Type="http://schemas.openxmlformats.org/officeDocument/2006/relationships/hyperlink" Target="https://www.tutorialspoint.com/python/tk_dimensions.htm" TargetMode="External"/><Relationship Id="rId3" Type="http://schemas.openxmlformats.org/officeDocument/2006/relationships/hyperlink" Target="https://www.tutorialspoint.com/python/tk_colors.htm" TargetMode="External"/><Relationship Id="rId4" Type="http://schemas.openxmlformats.org/officeDocument/2006/relationships/hyperlink" Target="https://www.tutorialspoint.com/python/tk_fonts.htm" TargetMode="External"/><Relationship Id="rId5" Type="http://schemas.openxmlformats.org/officeDocument/2006/relationships/hyperlink" Target="https://www.tutorialspoint.com/python/tk_anchors.htm" TargetMode="External"/><Relationship Id="rId6" Type="http://schemas.openxmlformats.org/officeDocument/2006/relationships/hyperlink" Target="https://www.tutorialspoint.com/python/tk_relief.htm" TargetMode="External"/><Relationship Id="rId7" Type="http://schemas.openxmlformats.org/officeDocument/2006/relationships/hyperlink" Target="https://www.tutorialspoint.com/python/tk_bitmaps.htm" TargetMode="External"/><Relationship Id="rId8" Type="http://schemas.openxmlformats.org/officeDocument/2006/relationships/hyperlink" Target="https://www.tutorialspoint.com/python/tk_cursors.htm" TargetMode="External"/><Relationship Id="rId9" Type="http://schemas.openxmlformats.org/officeDocument/2006/relationships/slideLayout" Target="../slideLayouts/slideLayout2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hyperlink" Target="https://www.tutorialspoint.com/python/tk_pack.htm" TargetMode="External"/><Relationship Id="rId2" Type="http://schemas.openxmlformats.org/officeDocument/2006/relationships/hyperlink" Target="https://www.tutorialspoint.com/python/tk_pack.htm" TargetMode="External"/><Relationship Id="rId3" Type="http://schemas.openxmlformats.org/officeDocument/2006/relationships/hyperlink" Target="https://www.tutorialspoint.com/python/tk_pack.htm" TargetMode="External"/><Relationship Id="rId4" Type="http://schemas.openxmlformats.org/officeDocument/2006/relationships/hyperlink" Target="https://www.tutorialspoint.com/python/tk_grid.htm" TargetMode="External"/><Relationship Id="rId5" Type="http://schemas.openxmlformats.org/officeDocument/2006/relationships/hyperlink" Target="https://www.tutorialspoint.com/python/tk_grid.htm" TargetMode="External"/><Relationship Id="rId6" Type="http://schemas.openxmlformats.org/officeDocument/2006/relationships/hyperlink" Target="https://www.tutorialspoint.com/python/tk_grid.htm" TargetMode="External"/><Relationship Id="rId7" Type="http://schemas.openxmlformats.org/officeDocument/2006/relationships/hyperlink" Target="https://www.tutorialspoint.com/python/tk_place.htm" TargetMode="External"/><Relationship Id="rId8" Type="http://schemas.openxmlformats.org/officeDocument/2006/relationships/hyperlink" Target="https://www.tutorialspoint.com/python/tk_place.htm" TargetMode="External"/><Relationship Id="rId9" Type="http://schemas.openxmlformats.org/officeDocument/2006/relationships/hyperlink" Target="https://www.tutorialspoint.com/python/tk_place.htm" TargetMode="External"/><Relationship Id="rId10"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image" Target="../media/image127.jpeg"/><Relationship Id="rId2" Type="http://schemas.openxmlformats.org/officeDocument/2006/relationships/slideLayout" Target="../slideLayouts/slideLayout25.xml"/>
</Relationships>
</file>

<file path=ppt/slides/_rels/slide11.xml.rels><?xml version="1.0" encoding="UTF-8"?>
<Relationships xmlns="http://schemas.openxmlformats.org/package/2006/relationships"><Relationship Id="rId1" Type="http://schemas.openxmlformats.org/officeDocument/2006/relationships/image" Target="../media/image128.png"/><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3.xml.rels><?xml version="1.0" encoding="UTF-8"?>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image" Target="../media/image132.jpeg"/><Relationship Id="rId2"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133.jpeg"/><Relationship Id="rId2" Type="http://schemas.openxmlformats.org/officeDocument/2006/relationships/slideLayout" Target="../slideLayouts/slideLayout25.xml"/>
</Relationships>
</file>

<file path=ppt/slides/_rels/slide17.xml.rels><?xml version="1.0" encoding="UTF-8"?>
<Relationships xmlns="http://schemas.openxmlformats.org/package/2006/relationships"><Relationship Id="rId1" Type="http://schemas.openxmlformats.org/officeDocument/2006/relationships/image" Target="../media/image134.jpeg"/><Relationship Id="rId2" Type="http://schemas.openxmlformats.org/officeDocument/2006/relationships/slideLayout" Target="../slideLayouts/slideLayout25.xml"/>
</Relationships>
</file>

<file path=ppt/slides/_rels/slide18.xml.rels><?xml version="1.0" encoding="UTF-8"?>
<Relationships xmlns="http://schemas.openxmlformats.org/package/2006/relationships"><Relationship Id="rId1" Type="http://schemas.openxmlformats.org/officeDocument/2006/relationships/image" Target="../media/image135.png"/><Relationship Id="rId2" Type="http://schemas.openxmlformats.org/officeDocument/2006/relationships/image" Target="../media/image136.jpeg"/><Relationship Id="rId3" Type="http://schemas.openxmlformats.org/officeDocument/2006/relationships/slideLayout" Target="../slideLayouts/slideLayout25.xml"/>
</Relationships>
</file>

<file path=ppt/slides/_rels/slide19.xml.rels><?xml version="1.0" encoding="UTF-8"?>
<Relationships xmlns="http://schemas.openxmlformats.org/package/2006/relationships"><Relationship Id="rId1" Type="http://schemas.openxmlformats.org/officeDocument/2006/relationships/image" Target="../media/image137.png"/><Relationship Id="rId2" Type="http://schemas.openxmlformats.org/officeDocument/2006/relationships/image" Target="../media/image138.png"/><Relationship Id="rId3" Type="http://schemas.openxmlformats.org/officeDocument/2006/relationships/image" Target="../media/image139.jpeg"/><Relationship Id="rId4" Type="http://schemas.openxmlformats.org/officeDocument/2006/relationships/slideLayout" Target="../slideLayouts/slideLayout25.xml"/><Relationship Id="rId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8.xml.rels><?xml version="1.0" encoding="UTF-8"?>
<Relationships xmlns="http://schemas.openxmlformats.org/package/2006/relationships"><Relationship Id="rId1" Type="http://schemas.openxmlformats.org/officeDocument/2006/relationships/image" Target="../media/image140.jpeg"/><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25.xml"/>
</Relationships>
</file>

<file path=ppt/slides/_rels/slide29.xml.rels><?xml version="1.0" encoding="UTF-8"?>
<Relationships xmlns="http://schemas.openxmlformats.org/package/2006/relationships"><Relationship Id="rId1" Type="http://schemas.openxmlformats.org/officeDocument/2006/relationships/image" Target="../media/image144.jpeg"/><Relationship Id="rId2" Type="http://schemas.openxmlformats.org/officeDocument/2006/relationships/image" Target="../media/image145.png"/><Relationship Id="rId3" Type="http://schemas.openxmlformats.org/officeDocument/2006/relationships/image" Target="../media/image146.jpeg"/><Relationship Id="rId4" Type="http://schemas.openxmlformats.org/officeDocument/2006/relationships/image" Target="../media/image147.png"/><Relationship Id="rId5" Type="http://schemas.openxmlformats.org/officeDocument/2006/relationships/image" Target="../media/image148.png"/><Relationship Id="rId6" Type="http://schemas.openxmlformats.org/officeDocument/2006/relationships/slideLayout" Target="../slideLayouts/slideLayout25.xml"/>
</Relationships>
</file>

<file path=ppt/slides/_rels/slide30.xml.rels><?xml version="1.0" encoding="UTF-8"?>
<Relationships xmlns="http://schemas.openxmlformats.org/package/2006/relationships"><Relationship Id="rId1" Type="http://schemas.openxmlformats.org/officeDocument/2006/relationships/image" Target="../media/image149.png"/><Relationship Id="rId2" Type="http://schemas.openxmlformats.org/officeDocument/2006/relationships/image" Target="../media/image150.jpeg"/><Relationship Id="rId3" Type="http://schemas.openxmlformats.org/officeDocument/2006/relationships/slideLayout" Target="../slideLayouts/slideLayout25.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5.xml"/>
</Relationships>
</file>

<file path=ppt/slides/_rels/slide34.xml.rels><?xml version="1.0" encoding="UTF-8"?>
<Relationships xmlns="http://schemas.openxmlformats.org/package/2006/relationships"><Relationship Id="rId1" Type="http://schemas.openxmlformats.org/officeDocument/2006/relationships/image" Target="../media/image152.jpeg"/><Relationship Id="rId2" Type="http://schemas.openxmlformats.org/officeDocument/2006/relationships/image" Target="../media/image153.png"/><Relationship Id="rId3" Type="http://schemas.openxmlformats.org/officeDocument/2006/relationships/image" Target="../media/image154.jpeg"/><Relationship Id="rId4" Type="http://schemas.openxmlformats.org/officeDocument/2006/relationships/image" Target="../media/image155.png"/><Relationship Id="rId5" Type="http://schemas.openxmlformats.org/officeDocument/2006/relationships/image" Target="../media/image156.png"/><Relationship Id="rId6" Type="http://schemas.openxmlformats.org/officeDocument/2006/relationships/slideLayout" Target="../slideLayouts/slideLayout25.xml"/>
</Relationships>
</file>

<file path=ppt/slides/_rels/slide35.xml.rels><?xml version="1.0" encoding="UTF-8"?>
<Relationships xmlns="http://schemas.openxmlformats.org/package/2006/relationships"><Relationship Id="rId1" Type="http://schemas.openxmlformats.org/officeDocument/2006/relationships/image" Target="../media/image157.png"/><Relationship Id="rId2" Type="http://schemas.openxmlformats.org/officeDocument/2006/relationships/slideLayout" Target="../slideLayouts/slideLayout25.xml"/>
</Relationships>
</file>

<file path=ppt/slides/_rels/slide36.xml.rels><?xml version="1.0" encoding="UTF-8"?>
<Relationships xmlns="http://schemas.openxmlformats.org/package/2006/relationships"><Relationship Id="rId1" Type="http://schemas.openxmlformats.org/officeDocument/2006/relationships/image" Target="../media/image158.png"/><Relationship Id="rId2" Type="http://schemas.openxmlformats.org/officeDocument/2006/relationships/image" Target="../media/image159.png"/><Relationship Id="rId3" Type="http://schemas.openxmlformats.org/officeDocument/2006/relationships/image" Target="../media/image160.png"/><Relationship Id="rId4" Type="http://schemas.openxmlformats.org/officeDocument/2006/relationships/image" Target="../media/image161.png"/><Relationship Id="rId5" Type="http://schemas.openxmlformats.org/officeDocument/2006/relationships/image" Target="../media/image162.png"/><Relationship Id="rId6" Type="http://schemas.openxmlformats.org/officeDocument/2006/relationships/image" Target="../media/image163.png"/><Relationship Id="rId7" Type="http://schemas.openxmlformats.org/officeDocument/2006/relationships/image" Target="../media/image164.png"/><Relationship Id="rId8" Type="http://schemas.openxmlformats.org/officeDocument/2006/relationships/slideLayout" Target="../slideLayouts/slideLayout25.xml"/>
</Relationships>
</file>

<file path=ppt/slides/_rels/slide37.xml.rels><?xml version="1.0" encoding="UTF-8"?>
<Relationships xmlns="http://schemas.openxmlformats.org/package/2006/relationships"><Relationship Id="rId1" Type="http://schemas.openxmlformats.org/officeDocument/2006/relationships/image" Target="../media/image165.jpeg"/><Relationship Id="rId2" Type="http://schemas.openxmlformats.org/officeDocument/2006/relationships/image" Target="../media/image166.png"/><Relationship Id="rId3" Type="http://schemas.openxmlformats.org/officeDocument/2006/relationships/slideLayout" Target="../slideLayouts/slideLayout25.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9.xml.rels><?xml version="1.0" encoding="UTF-8"?>
<Relationships xmlns="http://schemas.openxmlformats.org/package/2006/relationships"><Relationship Id="rId1" Type="http://schemas.openxmlformats.org/officeDocument/2006/relationships/image" Target="../media/image167.png"/><Relationship Id="rId2" Type="http://schemas.openxmlformats.org/officeDocument/2006/relationships/image" Target="../media/image168.png"/><Relationship Id="rId3" Type="http://schemas.openxmlformats.org/officeDocument/2006/relationships/image" Target="../media/image169.png"/><Relationship Id="rId4" Type="http://schemas.openxmlformats.org/officeDocument/2006/relationships/image" Target="../media/image170.png"/><Relationship Id="rId5" Type="http://schemas.openxmlformats.org/officeDocument/2006/relationships/image" Target="../media/image171.png"/><Relationship Id="rId6" Type="http://schemas.openxmlformats.org/officeDocument/2006/relationships/image" Target="../media/image172.png"/><Relationship Id="rId7" Type="http://schemas.openxmlformats.org/officeDocument/2006/relationships/image" Target="../media/image173.png"/><Relationship Id="rId8" Type="http://schemas.openxmlformats.org/officeDocument/2006/relationships/image" Target="../media/image174.png"/><Relationship Id="rId9" Type="http://schemas.openxmlformats.org/officeDocument/2006/relationships/image" Target="../media/image175.png"/><Relationship Id="rId10" Type="http://schemas.openxmlformats.org/officeDocument/2006/relationships/image" Target="../media/image176.png"/><Relationship Id="rId11" Type="http://schemas.openxmlformats.org/officeDocument/2006/relationships/image" Target="../media/image177.png"/><Relationship Id="rId12" Type="http://schemas.openxmlformats.org/officeDocument/2006/relationships/image" Target="../media/image178.png"/><Relationship Id="rId13" Type="http://schemas.openxmlformats.org/officeDocument/2006/relationships/slideLayout" Target="../slideLayouts/slideLayout25.xml"/>
</Relationships>
</file>

<file path=ppt/slides/_rels/slide40.xml.rels><?xml version="1.0" encoding="UTF-8"?>
<Relationships xmlns="http://schemas.openxmlformats.org/package/2006/relationships"><Relationship Id="rId1" Type="http://schemas.openxmlformats.org/officeDocument/2006/relationships/image" Target="../media/image179.png"/><Relationship Id="rId2" Type="http://schemas.openxmlformats.org/officeDocument/2006/relationships/image" Target="../media/image180.png"/><Relationship Id="rId3" Type="http://schemas.openxmlformats.org/officeDocument/2006/relationships/image" Target="../media/image181.png"/><Relationship Id="rId4" Type="http://schemas.openxmlformats.org/officeDocument/2006/relationships/image" Target="../media/image182.png"/><Relationship Id="rId5" Type="http://schemas.openxmlformats.org/officeDocument/2006/relationships/slideLayout" Target="../slideLayouts/slideLayout25.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2.xml.rels><?xml version="1.0" encoding="UTF-8"?>
<Relationships xmlns="http://schemas.openxmlformats.org/package/2006/relationships"><Relationship Id="rId1" Type="http://schemas.openxmlformats.org/officeDocument/2006/relationships/image" Target="../media/image183.jpeg"/><Relationship Id="rId2" Type="http://schemas.openxmlformats.org/officeDocument/2006/relationships/image" Target="../media/image184.jpeg"/><Relationship Id="rId3" Type="http://schemas.openxmlformats.org/officeDocument/2006/relationships/image" Target="../media/image185.png"/><Relationship Id="rId4" Type="http://schemas.openxmlformats.org/officeDocument/2006/relationships/slideLayout" Target="../slideLayouts/slideLayout25.xml"/>
</Relationships>
</file>

<file path=ppt/slides/_rels/slide43.xml.rels><?xml version="1.0" encoding="UTF-8"?>
<Relationships xmlns="http://schemas.openxmlformats.org/package/2006/relationships"><Relationship Id="rId1" Type="http://schemas.openxmlformats.org/officeDocument/2006/relationships/image" Target="../media/image186.png"/><Relationship Id="rId2" Type="http://schemas.openxmlformats.org/officeDocument/2006/relationships/image" Target="../media/image187.jpeg"/><Relationship Id="rId3" Type="http://schemas.openxmlformats.org/officeDocument/2006/relationships/slideLayout" Target="../slideLayouts/slideLayout25.xml"/>
</Relationships>
</file>

<file path=ppt/slides/_rels/slide44.xml.rels><?xml version="1.0" encoding="UTF-8"?>
<Relationships xmlns="http://schemas.openxmlformats.org/package/2006/relationships"><Relationship Id="rId1" Type="http://schemas.openxmlformats.org/officeDocument/2006/relationships/image" Target="../media/image188.jpeg"/><Relationship Id="rId2" Type="http://schemas.openxmlformats.org/officeDocument/2006/relationships/image" Target="../media/image189.png"/><Relationship Id="rId3" Type="http://schemas.openxmlformats.org/officeDocument/2006/relationships/image" Target="../media/image190.jpeg"/><Relationship Id="rId4" Type="http://schemas.openxmlformats.org/officeDocument/2006/relationships/slideLayout" Target="../slideLayouts/slideLayout25.xml"/>
</Relationships>
</file>

<file path=ppt/slides/_rels/slide45.xml.rels><?xml version="1.0" encoding="UTF-8"?>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3.xml"/>
</Relationships>
</file>

<file path=ppt/slides/_rels/slide46.xml.rels><?xml version="1.0" encoding="UTF-8"?>
<Relationships xmlns="http://schemas.openxmlformats.org/package/2006/relationships"><Relationship Id="rId1" Type="http://schemas.openxmlformats.org/officeDocument/2006/relationships/image" Target="../media/image192.jpeg"/><Relationship Id="rId2" Type="http://schemas.openxmlformats.org/officeDocument/2006/relationships/slideLayout" Target="../slideLayouts/slideLayout25.xml"/>
</Relationships>
</file>

<file path=ppt/slides/_rels/slide47.xml.rels><?xml version="1.0" encoding="UTF-8"?>
<Relationships xmlns="http://schemas.openxmlformats.org/package/2006/relationships"><Relationship Id="rId1" Type="http://schemas.openxmlformats.org/officeDocument/2006/relationships/image" Target="../media/image193.png"/><Relationship Id="rId2" Type="http://schemas.openxmlformats.org/officeDocument/2006/relationships/image" Target="../media/image194.jpeg"/><Relationship Id="rId3" Type="http://schemas.openxmlformats.org/officeDocument/2006/relationships/image" Target="../media/image195.jpeg"/><Relationship Id="rId4" Type="http://schemas.openxmlformats.org/officeDocument/2006/relationships/image" Target="../media/image196.png"/><Relationship Id="rId5" Type="http://schemas.openxmlformats.org/officeDocument/2006/relationships/image" Target="../media/image197.png"/><Relationship Id="rId6" Type="http://schemas.openxmlformats.org/officeDocument/2006/relationships/image" Target="../media/image198.png"/><Relationship Id="rId7" Type="http://schemas.openxmlformats.org/officeDocument/2006/relationships/image" Target="../media/image199.png"/><Relationship Id="rId8" Type="http://schemas.openxmlformats.org/officeDocument/2006/relationships/image" Target="../media/image200.png"/><Relationship Id="rId9" Type="http://schemas.openxmlformats.org/officeDocument/2006/relationships/image" Target="../media/image201.png"/><Relationship Id="rId10" Type="http://schemas.openxmlformats.org/officeDocument/2006/relationships/slideLayout" Target="../slideLayouts/slideLayout25.xml"/>
</Relationships>
</file>

<file path=ppt/slides/_rels/slide48.xml.rels><?xml version="1.0" encoding="UTF-8"?>
<Relationships xmlns="http://schemas.openxmlformats.org/package/2006/relationships"><Relationship Id="rId1" Type="http://schemas.openxmlformats.org/officeDocument/2006/relationships/image" Target="../media/image202.png"/><Relationship Id="rId2" Type="http://schemas.openxmlformats.org/officeDocument/2006/relationships/image" Target="../media/image203.png"/><Relationship Id="rId3" Type="http://schemas.openxmlformats.org/officeDocument/2006/relationships/image" Target="../media/image204.png"/><Relationship Id="rId4" Type="http://schemas.openxmlformats.org/officeDocument/2006/relationships/image" Target="../media/image205.png"/><Relationship Id="rId5" Type="http://schemas.openxmlformats.org/officeDocument/2006/relationships/slideLayout" Target="../slideLayouts/slideLayout25.xml"/>
</Relationships>
</file>

<file path=ppt/slides/_rels/slide49.xml.rels><?xml version="1.0" encoding="UTF-8"?>
<Relationships xmlns="http://schemas.openxmlformats.org/package/2006/relationships"><Relationship Id="rId1" Type="http://schemas.openxmlformats.org/officeDocument/2006/relationships/image" Target="../media/image206.png"/><Relationship Id="rId2" Type="http://schemas.openxmlformats.org/officeDocument/2006/relationships/slideLayout" Target="../slideLayouts/slideLayout13.xml"/>
</Relationships>
</file>

<file path=ppt/slides/_rels/slide50.xml.rels><?xml version="1.0" encoding="UTF-8"?>
<Relationships xmlns="http://schemas.openxmlformats.org/package/2006/relationships"><Relationship Id="rId1" Type="http://schemas.openxmlformats.org/officeDocument/2006/relationships/image" Target="../media/image207.jpeg"/><Relationship Id="rId2" Type="http://schemas.openxmlformats.org/officeDocument/2006/relationships/image" Target="../media/image208.png"/><Relationship Id="rId3" Type="http://schemas.openxmlformats.org/officeDocument/2006/relationships/image" Target="../media/image209.png"/><Relationship Id="rId4" Type="http://schemas.openxmlformats.org/officeDocument/2006/relationships/slideLayout" Target="../slideLayouts/slideLayout25.xml"/>
</Relationships>
</file>

<file path=ppt/slides/_rels/slide51.xml.rels><?xml version="1.0" encoding="UTF-8"?>
<Relationships xmlns="http://schemas.openxmlformats.org/package/2006/relationships"><Relationship Id="rId1" Type="http://schemas.openxmlformats.org/officeDocument/2006/relationships/image" Target="../media/image210.png"/><Relationship Id="rId2" Type="http://schemas.openxmlformats.org/officeDocument/2006/relationships/image" Target="../media/image211.png"/><Relationship Id="rId3" Type="http://schemas.openxmlformats.org/officeDocument/2006/relationships/image" Target="../media/image212.png"/><Relationship Id="rId4" Type="http://schemas.openxmlformats.org/officeDocument/2006/relationships/image" Target="../media/image213.png"/><Relationship Id="rId5" Type="http://schemas.openxmlformats.org/officeDocument/2006/relationships/slideLayout" Target="../slideLayouts/slideLayout37.xml"/>
</Relationships>
</file>

<file path=ppt/slides/_rels/slide52.xml.rels><?xml version="1.0" encoding="UTF-8"?>
<Relationships xmlns="http://schemas.openxmlformats.org/package/2006/relationships"><Relationship Id="rId1" Type="http://schemas.openxmlformats.org/officeDocument/2006/relationships/image" Target="../media/image214.png"/><Relationship Id="rId2" Type="http://schemas.openxmlformats.org/officeDocument/2006/relationships/image" Target="../media/image215.png"/><Relationship Id="rId3" Type="http://schemas.openxmlformats.org/officeDocument/2006/relationships/slideLayout" Target="../slideLayouts/slideLayout37.xml"/>
</Relationships>
</file>

<file path=ppt/slides/_rels/slide53.xml.rels><?xml version="1.0" encoding="UTF-8"?>
<Relationships xmlns="http://schemas.openxmlformats.org/package/2006/relationships"><Relationship Id="rId1" Type="http://schemas.openxmlformats.org/officeDocument/2006/relationships/image" Target="../media/image216.png"/><Relationship Id="rId2" Type="http://schemas.openxmlformats.org/officeDocument/2006/relationships/image" Target="../media/image217.png"/><Relationship Id="rId3" Type="http://schemas.openxmlformats.org/officeDocument/2006/relationships/image" Target="../media/image218.png"/><Relationship Id="rId4" Type="http://schemas.openxmlformats.org/officeDocument/2006/relationships/image" Target="../media/image219.png"/><Relationship Id="rId5" Type="http://schemas.openxmlformats.org/officeDocument/2006/relationships/image" Target="../media/image220.png"/><Relationship Id="rId6" Type="http://schemas.openxmlformats.org/officeDocument/2006/relationships/image" Target="../media/image221.png"/><Relationship Id="rId7" Type="http://schemas.openxmlformats.org/officeDocument/2006/relationships/image" Target="../media/image222.png"/><Relationship Id="rId8" Type="http://schemas.openxmlformats.org/officeDocument/2006/relationships/slideLayout" Target="../slideLayouts/slideLayout25.xml"/>
</Relationships>
</file>

<file path=ppt/slides/_rels/slide54.xml.rels><?xml version="1.0" encoding="UTF-8"?>
<Relationships xmlns="http://schemas.openxmlformats.org/package/2006/relationships"><Relationship Id="rId1" Type="http://schemas.openxmlformats.org/officeDocument/2006/relationships/image" Target="../media/image223.png"/><Relationship Id="rId2" Type="http://schemas.openxmlformats.org/officeDocument/2006/relationships/image" Target="../media/image224.jpeg"/><Relationship Id="rId3" Type="http://schemas.openxmlformats.org/officeDocument/2006/relationships/image" Target="../media/image225.png"/><Relationship Id="rId4" Type="http://schemas.openxmlformats.org/officeDocument/2006/relationships/image" Target="../media/image226.png"/><Relationship Id="rId5" Type="http://schemas.openxmlformats.org/officeDocument/2006/relationships/image" Target="../media/image227.png"/><Relationship Id="rId6" Type="http://schemas.openxmlformats.org/officeDocument/2006/relationships/image" Target="../media/image228.png"/><Relationship Id="rId7" Type="http://schemas.openxmlformats.org/officeDocument/2006/relationships/image" Target="../media/image229.png"/><Relationship Id="rId8" Type="http://schemas.openxmlformats.org/officeDocument/2006/relationships/image" Target="../media/image230.png"/><Relationship Id="rId9" Type="http://schemas.openxmlformats.org/officeDocument/2006/relationships/image" Target="../media/image231.png"/><Relationship Id="rId10" Type="http://schemas.openxmlformats.org/officeDocument/2006/relationships/slideLayout" Target="../slideLayouts/slideLayout25.xml"/>
</Relationships>
</file>

<file path=ppt/slides/_rels/slide55.xml.rels><?xml version="1.0" encoding="UTF-8"?>
<Relationships xmlns="http://schemas.openxmlformats.org/package/2006/relationships"><Relationship Id="rId1" Type="http://schemas.openxmlformats.org/officeDocument/2006/relationships/image" Target="../media/image232.png"/><Relationship Id="rId2" Type="http://schemas.openxmlformats.org/officeDocument/2006/relationships/hyperlink" Target="https://www.javatpoint.com/python-tkinter-scrollbar" TargetMode="External"/><Relationship Id="rId3" Type="http://schemas.openxmlformats.org/officeDocument/2006/relationships/slideLayout" Target="../slideLayouts/slideLayout13.xml"/>
</Relationships>
</file>

<file path=ppt/slides/_rels/slide56.xml.rels><?xml version="1.0" encoding="UTF-8"?>
<Relationships xmlns="http://schemas.openxmlformats.org/package/2006/relationships"><Relationship Id="rId1" Type="http://schemas.openxmlformats.org/officeDocument/2006/relationships/image" Target="../media/image233.jpeg"/><Relationship Id="rId2" Type="http://schemas.openxmlformats.org/officeDocument/2006/relationships/image" Target="../media/image234.png"/><Relationship Id="rId3" Type="http://schemas.openxmlformats.org/officeDocument/2006/relationships/slideLayout" Target="../slideLayouts/slideLayout25.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9.xml.rels><?xml version="1.0" encoding="UTF-8"?>
<Relationships xmlns="http://schemas.openxmlformats.org/package/2006/relationships"><Relationship Id="rId1" Type="http://schemas.openxmlformats.org/officeDocument/2006/relationships/image" Target="../media/image235.jpeg"/><Relationship Id="rId2" Type="http://schemas.openxmlformats.org/officeDocument/2006/relationships/image" Target="../media/image236.jpeg"/><Relationship Id="rId3" Type="http://schemas.openxmlformats.org/officeDocument/2006/relationships/hyperlink" Target="https://docs.python.org/3/library/tkinter.tix.html" TargetMode="External"/><Relationship Id="rId4" Type="http://schemas.openxmlformats.org/officeDocument/2006/relationships/slideLayout" Target="../slideLayouts/slideLayout13.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2.xml.rels><?xml version="1.0" encoding="UTF-8"?>
<Relationships xmlns="http://schemas.openxmlformats.org/package/2006/relationships"><Relationship Id="rId1" Type="http://schemas.openxmlformats.org/officeDocument/2006/relationships/image" Target="../media/image237.jpeg"/><Relationship Id="rId2" Type="http://schemas.openxmlformats.org/officeDocument/2006/relationships/slideLayout" Target="../slideLayouts/slideLayout37.xml"/>
</Relationships>
</file>

<file path=ppt/slides/_rels/slide63.xml.rels><?xml version="1.0" encoding="UTF-8"?>
<Relationships xmlns="http://schemas.openxmlformats.org/package/2006/relationships"><Relationship Id="rId1" Type="http://schemas.openxmlformats.org/officeDocument/2006/relationships/image" Target="../media/image238.jpeg"/><Relationship Id="rId2" Type="http://schemas.openxmlformats.org/officeDocument/2006/relationships/slideLayout" Target="../slideLayouts/slideLayout25.xml"/>
</Relationships>
</file>

<file path=ppt/slides/_rels/slide64.xml.rels><?xml version="1.0" encoding="UTF-8"?>
<Relationships xmlns="http://schemas.openxmlformats.org/package/2006/relationships"><Relationship Id="rId1" Type="http://schemas.openxmlformats.org/officeDocument/2006/relationships/image" Target="../media/image239.jpeg"/><Relationship Id="rId2" Type="http://schemas.openxmlformats.org/officeDocument/2006/relationships/slideLayout" Target="../slideLayouts/slideLayout25.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6.xml.rels><?xml version="1.0" encoding="UTF-8"?>
<Relationships xmlns="http://schemas.openxmlformats.org/package/2006/relationships"><Relationship Id="rId1" Type="http://schemas.openxmlformats.org/officeDocument/2006/relationships/image" Target="../media/image240.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CustomShape 1"/>
          <p:cNvSpPr/>
          <p:nvPr/>
        </p:nvSpPr>
        <p:spPr>
          <a:xfrm>
            <a:off x="884160" y="1217160"/>
            <a:ext cx="8869680" cy="3705840"/>
          </a:xfrm>
          <a:prstGeom prst="rect">
            <a:avLst/>
          </a:prstGeom>
          <a:noFill/>
          <a:ln>
            <a:noFill/>
          </a:ln>
        </p:spPr>
        <p:style>
          <a:lnRef idx="0"/>
          <a:fillRef idx="0"/>
          <a:effectRef idx="0"/>
          <a:fontRef idx="minor"/>
        </p:style>
        <p:txBody>
          <a:bodyPr lIns="0" rIns="0" tIns="12600" bIns="0">
            <a:spAutoFit/>
          </a:bodyPr>
          <a:p>
            <a:pPr algn="ctr">
              <a:lnSpc>
                <a:spcPct val="100000"/>
              </a:lnSpc>
              <a:spcBef>
                <a:spcPts val="99"/>
              </a:spcBef>
            </a:pPr>
            <a:r>
              <a:rPr b="1" lang="en-US" sz="4800" spc="-7" strike="noStrike">
                <a:solidFill>
                  <a:srgbClr val="000066"/>
                </a:solidFill>
                <a:latin typeface="Tahoma"/>
                <a:ea typeface="DejaVu Sans"/>
              </a:rPr>
              <a:t>Python Programming</a:t>
            </a:r>
            <a:endParaRPr b="0" lang="en-US" sz="4800" spc="-1" strike="noStrike">
              <a:latin typeface="Arial"/>
            </a:endParaRPr>
          </a:p>
          <a:p>
            <a:pPr algn="ctr">
              <a:lnSpc>
                <a:spcPct val="100000"/>
              </a:lnSpc>
              <a:spcBef>
                <a:spcPts val="99"/>
              </a:spcBef>
            </a:pPr>
            <a:endParaRPr b="0" lang="en-US" sz="4800" spc="-1" strike="noStrike">
              <a:latin typeface="Arial"/>
            </a:endParaRPr>
          </a:p>
          <a:p>
            <a:pPr algn="ctr">
              <a:lnSpc>
                <a:spcPct val="100000"/>
              </a:lnSpc>
              <a:spcBef>
                <a:spcPts val="99"/>
              </a:spcBef>
            </a:pPr>
            <a:r>
              <a:rPr b="1" lang="en-US" sz="4800" spc="-7" strike="noStrike">
                <a:solidFill>
                  <a:srgbClr val="000066"/>
                </a:solidFill>
                <a:latin typeface="Tahoma"/>
                <a:ea typeface="DejaVu Sans"/>
              </a:rPr>
              <a:t>Content Beyond Syllabus</a:t>
            </a:r>
            <a:endParaRPr b="0" lang="en-US" sz="4800" spc="-1" strike="noStrike">
              <a:latin typeface="Arial"/>
            </a:endParaRPr>
          </a:p>
          <a:p>
            <a:pPr algn="ctr">
              <a:lnSpc>
                <a:spcPct val="100000"/>
              </a:lnSpc>
              <a:spcBef>
                <a:spcPts val="99"/>
              </a:spcBef>
            </a:pPr>
            <a:endParaRPr b="0" lang="en-US" sz="4800" spc="-1" strike="noStrike">
              <a:latin typeface="Arial"/>
            </a:endParaRPr>
          </a:p>
          <a:p>
            <a:pPr algn="ctr">
              <a:lnSpc>
                <a:spcPct val="100000"/>
              </a:lnSpc>
            </a:pPr>
            <a:r>
              <a:rPr b="1" lang="en-US" sz="4800" spc="-7" strike="noStrike">
                <a:solidFill>
                  <a:srgbClr val="000066"/>
                </a:solidFill>
                <a:latin typeface="Tahoma"/>
                <a:ea typeface="DejaVu Sans"/>
              </a:rPr>
              <a:t>GUI</a:t>
            </a:r>
            <a:r>
              <a:rPr b="1" lang="en-US" sz="4800" spc="-75" strike="noStrike">
                <a:solidFill>
                  <a:srgbClr val="000066"/>
                </a:solidFill>
                <a:latin typeface="Tahoma"/>
                <a:ea typeface="DejaVu Sans"/>
              </a:rPr>
              <a:t> </a:t>
            </a:r>
            <a:r>
              <a:rPr b="1" lang="en-US" sz="4800" spc="-7" strike="noStrike">
                <a:solidFill>
                  <a:srgbClr val="000066"/>
                </a:solidFill>
                <a:latin typeface="Tahoma"/>
                <a:ea typeface="DejaVu Sans"/>
              </a:rPr>
              <a:t>Programming</a:t>
            </a:r>
            <a:endParaRPr b="0" lang="en-US" sz="4800" spc="-1" strike="noStrike">
              <a:latin typeface="Arial"/>
            </a:endParaRPr>
          </a:p>
        </p:txBody>
      </p:sp>
      <p:sp>
        <p:nvSpPr>
          <p:cNvPr id="320" name="TextShape 2"/>
          <p:cNvSpPr txBox="1"/>
          <p:nvPr/>
        </p:nvSpPr>
        <p:spPr>
          <a:xfrm>
            <a:off x="7498080" y="5669280"/>
            <a:ext cx="2437920" cy="858240"/>
          </a:xfrm>
          <a:prstGeom prst="rect">
            <a:avLst/>
          </a:prstGeom>
          <a:noFill/>
          <a:ln>
            <a:noFill/>
          </a:ln>
        </p:spPr>
        <p:txBody>
          <a:bodyPr lIns="90000" rIns="90000" tIns="45000" bIns="45000">
            <a:noAutofit/>
          </a:bodyPr>
          <a:p>
            <a:pPr algn="ctr"/>
            <a:r>
              <a:rPr b="0" lang="en-US" sz="1800" spc="-1" strike="noStrike">
                <a:latin typeface="Arial"/>
              </a:rPr>
              <a:t>By</a:t>
            </a:r>
            <a:endParaRPr b="0" lang="en-US" sz="1800" spc="-1" strike="noStrike">
              <a:latin typeface="Arial"/>
            </a:endParaRPr>
          </a:p>
          <a:p>
            <a:pPr algn="ctr"/>
            <a:r>
              <a:rPr b="0" lang="en-US" sz="1800" spc="-1" strike="noStrike">
                <a:latin typeface="Arial"/>
              </a:rPr>
              <a:t>Dr T R Vijaya Lakshmi</a:t>
            </a:r>
            <a:endParaRPr b="0" lang="en-US" sz="1800" spc="-1" strike="noStrike">
              <a:latin typeface="Arial"/>
            </a:endParaRPr>
          </a:p>
          <a:p>
            <a:pPr algn="ctr"/>
            <a:r>
              <a:rPr b="0" lang="en-US" sz="1800" spc="-1" strike="noStrike">
                <a:latin typeface="Arial"/>
              </a:rPr>
              <a:t>Assoc. Prof. in ECE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31E89314-169B-4705-A708-8E17585615D7}"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322" name="CustomShape 2"/>
          <p:cNvSpPr/>
          <p:nvPr/>
        </p:nvSpPr>
        <p:spPr>
          <a:xfrm>
            <a:off x="688320" y="1297440"/>
            <a:ext cx="5548320" cy="3729240"/>
          </a:xfrm>
          <a:prstGeom prst="rect">
            <a:avLst/>
          </a:prstGeom>
          <a:noFill/>
          <a:ln>
            <a:noFill/>
          </a:ln>
        </p:spPr>
        <p:style>
          <a:lnRef idx="0"/>
          <a:fillRef idx="0"/>
          <a:effectRef idx="0"/>
          <a:fontRef idx="minor"/>
        </p:style>
        <p:txBody>
          <a:bodyPr lIns="0" rIns="0" tIns="104040" bIns="0">
            <a:spAutoFit/>
          </a:bodyPr>
          <a:p>
            <a:pPr marL="355680" indent="-342000">
              <a:lnSpc>
                <a:spcPct val="100000"/>
              </a:lnSpc>
              <a:spcBef>
                <a:spcPts val="819"/>
              </a:spcBef>
              <a:buClr>
                <a:srgbClr val="330066"/>
              </a:buClr>
              <a:buSzPct val="70000"/>
              <a:buFont typeface="Wingdings" charset="2"/>
              <a:buChar char=""/>
              <a:tabLst>
                <a:tab algn="l" pos="354960"/>
                <a:tab algn="l" pos="355680"/>
              </a:tabLst>
            </a:pPr>
            <a:r>
              <a:rPr b="1" lang="en-US" sz="3000" spc="-7" strike="noStrike">
                <a:solidFill>
                  <a:srgbClr val="e41837"/>
                </a:solidFill>
                <a:latin typeface="Tahoma"/>
                <a:ea typeface="DejaVu Sans"/>
              </a:rPr>
              <a:t>GUI</a:t>
            </a:r>
            <a:r>
              <a:rPr b="1" lang="en-US" sz="3000" spc="-26" strike="noStrike">
                <a:solidFill>
                  <a:srgbClr val="e41837"/>
                </a:solidFill>
                <a:latin typeface="Tahoma"/>
                <a:ea typeface="DejaVu Sans"/>
              </a:rPr>
              <a:t> </a:t>
            </a:r>
            <a:r>
              <a:rPr b="1" lang="en-US" sz="3000" spc="-12" strike="noStrike">
                <a:solidFill>
                  <a:srgbClr val="e41837"/>
                </a:solidFill>
                <a:latin typeface="Tahoma"/>
                <a:ea typeface="DejaVu Sans"/>
              </a:rPr>
              <a:t>Programming:</a:t>
            </a:r>
            <a:endParaRPr b="0" lang="en-US" sz="3000" spc="-1" strike="noStrike">
              <a:latin typeface="Arial"/>
            </a:endParaRPr>
          </a:p>
          <a:p>
            <a:pPr lvl="1" marL="704880" indent="-347040">
              <a:lnSpc>
                <a:spcPct val="100000"/>
              </a:lnSpc>
              <a:spcBef>
                <a:spcPts val="629"/>
              </a:spcBef>
              <a:buClr>
                <a:srgbClr val="669999"/>
              </a:buClr>
              <a:buSzPct val="69000"/>
              <a:buFont typeface="Wingdings" charset="2"/>
              <a:buChar char=""/>
              <a:tabLst>
                <a:tab algn="l" pos="704160"/>
                <a:tab algn="l" pos="704880"/>
              </a:tabLst>
            </a:pPr>
            <a:r>
              <a:rPr b="0" lang="en-US" sz="2600" spc="-7" strike="noStrike">
                <a:solidFill>
                  <a:srgbClr val="939331"/>
                </a:solidFill>
                <a:latin typeface="Tahoma"/>
                <a:ea typeface="DejaVu Sans"/>
              </a:rPr>
              <a:t>Introduction,</a:t>
            </a:r>
            <a:endParaRPr b="0" lang="en-US" sz="2600" spc="-1" strike="noStrike">
              <a:latin typeface="Arial"/>
            </a:endParaRPr>
          </a:p>
          <a:p>
            <a:pPr lvl="1" marL="704880" indent="-347040">
              <a:lnSpc>
                <a:spcPct val="100000"/>
              </a:lnSpc>
              <a:spcBef>
                <a:spcPts val="624"/>
              </a:spcBef>
              <a:buClr>
                <a:srgbClr val="669999"/>
              </a:buClr>
              <a:buSzPct val="69000"/>
              <a:buFont typeface="Wingdings" charset="2"/>
              <a:buChar char=""/>
              <a:tabLst>
                <a:tab algn="l" pos="704160"/>
                <a:tab algn="l" pos="704880"/>
              </a:tabLst>
            </a:pPr>
            <a:r>
              <a:rPr b="0" lang="en-US" sz="2600" spc="-1" strike="noStrike">
                <a:solidFill>
                  <a:srgbClr val="939331"/>
                </a:solidFill>
                <a:latin typeface="Tahoma"/>
                <a:ea typeface="DejaVu Sans"/>
              </a:rPr>
              <a:t>Tkinter</a:t>
            </a:r>
            <a:r>
              <a:rPr b="0" lang="en-US" sz="2600" spc="-46" strike="noStrike">
                <a:solidFill>
                  <a:srgbClr val="939331"/>
                </a:solidFill>
                <a:latin typeface="Tahoma"/>
                <a:ea typeface="DejaVu Sans"/>
              </a:rPr>
              <a:t> </a:t>
            </a:r>
            <a:r>
              <a:rPr b="0" lang="en-US" sz="2600" spc="-1" strike="noStrike">
                <a:solidFill>
                  <a:srgbClr val="939331"/>
                </a:solidFill>
                <a:latin typeface="Tahoma"/>
                <a:ea typeface="DejaVu Sans"/>
              </a:rPr>
              <a:t>and</a:t>
            </a:r>
            <a:r>
              <a:rPr b="0" lang="en-US" sz="2600" spc="-26" strike="noStrike">
                <a:solidFill>
                  <a:srgbClr val="939331"/>
                </a:solidFill>
                <a:latin typeface="Tahoma"/>
                <a:ea typeface="DejaVu Sans"/>
              </a:rPr>
              <a:t> </a:t>
            </a:r>
            <a:r>
              <a:rPr b="0" lang="en-US" sz="2600" spc="-1" strike="noStrike">
                <a:solidFill>
                  <a:srgbClr val="939331"/>
                </a:solidFill>
                <a:latin typeface="Tahoma"/>
                <a:ea typeface="DejaVu Sans"/>
              </a:rPr>
              <a:t>Python</a:t>
            </a:r>
            <a:r>
              <a:rPr b="0" lang="en-US" sz="2600" spc="-12" strike="noStrike">
                <a:solidFill>
                  <a:srgbClr val="939331"/>
                </a:solidFill>
                <a:latin typeface="Tahoma"/>
                <a:ea typeface="DejaVu Sans"/>
              </a:rPr>
              <a:t> </a:t>
            </a:r>
            <a:r>
              <a:rPr b="0" lang="en-US" sz="2600" spc="-7" strike="noStrike">
                <a:solidFill>
                  <a:srgbClr val="939331"/>
                </a:solidFill>
                <a:latin typeface="Tahoma"/>
                <a:ea typeface="DejaVu Sans"/>
              </a:rPr>
              <a:t>Programming</a:t>
            </a:r>
            <a:endParaRPr b="0" lang="en-US" sz="2600" spc="-1" strike="noStrike">
              <a:latin typeface="Arial"/>
            </a:endParaRPr>
          </a:p>
          <a:p>
            <a:pPr lvl="1" marL="704880" indent="-347040">
              <a:lnSpc>
                <a:spcPct val="100000"/>
              </a:lnSpc>
              <a:spcBef>
                <a:spcPts val="624"/>
              </a:spcBef>
              <a:buClr>
                <a:srgbClr val="669999"/>
              </a:buClr>
              <a:buSzPct val="69000"/>
              <a:buFont typeface="Wingdings" charset="2"/>
              <a:buChar char=""/>
              <a:tabLst>
                <a:tab algn="l" pos="704160"/>
                <a:tab algn="l" pos="704880"/>
              </a:tabLst>
            </a:pPr>
            <a:r>
              <a:rPr b="0" lang="en-US" sz="2600" spc="-1" strike="noStrike">
                <a:solidFill>
                  <a:srgbClr val="939331"/>
                </a:solidFill>
                <a:latin typeface="Tahoma"/>
                <a:ea typeface="DejaVu Sans"/>
              </a:rPr>
              <a:t>Tkinter</a:t>
            </a:r>
            <a:r>
              <a:rPr b="0" lang="en-US" sz="2600" spc="-60" strike="noStrike">
                <a:solidFill>
                  <a:srgbClr val="939331"/>
                </a:solidFill>
                <a:latin typeface="Tahoma"/>
                <a:ea typeface="DejaVu Sans"/>
              </a:rPr>
              <a:t> </a:t>
            </a:r>
            <a:r>
              <a:rPr b="0" lang="en-US" sz="2600" spc="-7" strike="noStrike">
                <a:solidFill>
                  <a:srgbClr val="939331"/>
                </a:solidFill>
                <a:latin typeface="Tahoma"/>
                <a:ea typeface="DejaVu Sans"/>
              </a:rPr>
              <a:t>Examples</a:t>
            </a:r>
            <a:endParaRPr b="0" lang="en-US" sz="2600" spc="-1" strike="noStrike">
              <a:latin typeface="Arial"/>
            </a:endParaRPr>
          </a:p>
          <a:p>
            <a:pPr lvl="1" marL="704880" indent="-347040">
              <a:lnSpc>
                <a:spcPct val="100000"/>
              </a:lnSpc>
              <a:spcBef>
                <a:spcPts val="624"/>
              </a:spcBef>
              <a:buClr>
                <a:srgbClr val="669999"/>
              </a:buClr>
              <a:buSzPct val="69000"/>
              <a:buFont typeface="Wingdings" charset="2"/>
              <a:buChar char=""/>
              <a:tabLst>
                <a:tab algn="l" pos="704160"/>
                <a:tab algn="l" pos="704880"/>
              </a:tabLst>
            </a:pPr>
            <a:r>
              <a:rPr b="0" lang="en-US" sz="2600" spc="-7" strike="noStrike">
                <a:solidFill>
                  <a:srgbClr val="939331"/>
                </a:solidFill>
                <a:latin typeface="Tahoma"/>
                <a:ea typeface="DejaVu Sans"/>
              </a:rPr>
              <a:t>Brief</a:t>
            </a:r>
            <a:r>
              <a:rPr b="0" lang="en-US" sz="2600" spc="-15" strike="noStrike">
                <a:solidFill>
                  <a:srgbClr val="939331"/>
                </a:solidFill>
                <a:latin typeface="Tahoma"/>
                <a:ea typeface="DejaVu Sans"/>
              </a:rPr>
              <a:t> </a:t>
            </a:r>
            <a:r>
              <a:rPr b="0" lang="en-US" sz="2600" spc="-1" strike="noStrike">
                <a:solidFill>
                  <a:srgbClr val="939331"/>
                </a:solidFill>
                <a:latin typeface="Tahoma"/>
                <a:ea typeface="DejaVu Sans"/>
              </a:rPr>
              <a:t>Tour</a:t>
            </a:r>
            <a:r>
              <a:rPr b="0" lang="en-US" sz="2600" spc="-21" strike="noStrike">
                <a:solidFill>
                  <a:srgbClr val="939331"/>
                </a:solidFill>
                <a:latin typeface="Tahoma"/>
                <a:ea typeface="DejaVu Sans"/>
              </a:rPr>
              <a:t> </a:t>
            </a:r>
            <a:r>
              <a:rPr b="0" lang="en-US" sz="2600" spc="-1" strike="noStrike">
                <a:solidFill>
                  <a:srgbClr val="939331"/>
                </a:solidFill>
                <a:latin typeface="Tahoma"/>
                <a:ea typeface="DejaVu Sans"/>
              </a:rPr>
              <a:t>of</a:t>
            </a:r>
            <a:r>
              <a:rPr b="0" lang="en-US" sz="2600" spc="-21" strike="noStrike">
                <a:solidFill>
                  <a:srgbClr val="939331"/>
                </a:solidFill>
                <a:latin typeface="Tahoma"/>
                <a:ea typeface="DejaVu Sans"/>
              </a:rPr>
              <a:t> </a:t>
            </a:r>
            <a:r>
              <a:rPr b="0" lang="en-US" sz="2600" spc="-1" strike="noStrike">
                <a:solidFill>
                  <a:srgbClr val="939331"/>
                </a:solidFill>
                <a:latin typeface="Tahoma"/>
                <a:ea typeface="DejaVu Sans"/>
              </a:rPr>
              <a:t>Other</a:t>
            </a:r>
            <a:r>
              <a:rPr b="0" lang="en-US" sz="2600" spc="-35" strike="noStrike">
                <a:solidFill>
                  <a:srgbClr val="939331"/>
                </a:solidFill>
                <a:latin typeface="Tahoma"/>
                <a:ea typeface="DejaVu Sans"/>
              </a:rPr>
              <a:t> </a:t>
            </a:r>
            <a:r>
              <a:rPr b="0" lang="en-US" sz="2600" spc="-7" strike="noStrike">
                <a:solidFill>
                  <a:srgbClr val="939331"/>
                </a:solidFill>
                <a:latin typeface="Tahoma"/>
                <a:ea typeface="DejaVu Sans"/>
              </a:rPr>
              <a:t>GUIs,</a:t>
            </a:r>
            <a:endParaRPr b="0" lang="en-US" sz="2600" spc="-1" strike="noStrike">
              <a:latin typeface="Arial"/>
            </a:endParaRPr>
          </a:p>
          <a:p>
            <a:pPr lvl="1" marL="704880" indent="-347040">
              <a:lnSpc>
                <a:spcPct val="100000"/>
              </a:lnSpc>
              <a:spcBef>
                <a:spcPts val="624"/>
              </a:spcBef>
              <a:buClr>
                <a:srgbClr val="669999"/>
              </a:buClr>
              <a:buSzPct val="69000"/>
              <a:buFont typeface="Wingdings" charset="2"/>
              <a:buChar char=""/>
              <a:tabLst>
                <a:tab algn="l" pos="704160"/>
                <a:tab algn="l" pos="704880"/>
              </a:tabLst>
            </a:pPr>
            <a:r>
              <a:rPr b="0" lang="en-US" sz="2600" spc="-1" strike="noStrike">
                <a:solidFill>
                  <a:srgbClr val="939331"/>
                </a:solidFill>
                <a:latin typeface="Tahoma"/>
                <a:ea typeface="DejaVu Sans"/>
              </a:rPr>
              <a:t>Related</a:t>
            </a:r>
            <a:r>
              <a:rPr b="0" lang="en-US" sz="2600" spc="-52" strike="noStrike">
                <a:solidFill>
                  <a:srgbClr val="939331"/>
                </a:solidFill>
                <a:latin typeface="Tahoma"/>
                <a:ea typeface="DejaVu Sans"/>
              </a:rPr>
              <a:t> </a:t>
            </a:r>
            <a:r>
              <a:rPr b="0" lang="en-US" sz="2600" spc="-1" strike="noStrike">
                <a:solidFill>
                  <a:srgbClr val="939331"/>
                </a:solidFill>
                <a:latin typeface="Tahoma"/>
                <a:ea typeface="DejaVu Sans"/>
              </a:rPr>
              <a:t>Modules</a:t>
            </a:r>
            <a:r>
              <a:rPr b="0" lang="en-US" sz="2600" spc="-21" strike="noStrike">
                <a:solidFill>
                  <a:srgbClr val="939331"/>
                </a:solidFill>
                <a:latin typeface="Tahoma"/>
                <a:ea typeface="DejaVu Sans"/>
              </a:rPr>
              <a:t> </a:t>
            </a:r>
            <a:r>
              <a:rPr b="0" lang="en-US" sz="2600" spc="-1" strike="noStrike">
                <a:solidFill>
                  <a:srgbClr val="939331"/>
                </a:solidFill>
                <a:latin typeface="Tahoma"/>
                <a:ea typeface="DejaVu Sans"/>
              </a:rPr>
              <a:t>and</a:t>
            </a:r>
            <a:r>
              <a:rPr b="0" lang="en-US" sz="2600" spc="-26" strike="noStrike">
                <a:solidFill>
                  <a:srgbClr val="939331"/>
                </a:solidFill>
                <a:latin typeface="Tahoma"/>
                <a:ea typeface="DejaVu Sans"/>
              </a:rPr>
              <a:t> </a:t>
            </a:r>
            <a:r>
              <a:rPr b="0" lang="en-US" sz="2600" spc="-1" strike="noStrike">
                <a:solidFill>
                  <a:srgbClr val="939331"/>
                </a:solidFill>
                <a:latin typeface="Tahoma"/>
                <a:ea typeface="DejaVu Sans"/>
              </a:rPr>
              <a:t>Other</a:t>
            </a:r>
            <a:r>
              <a:rPr b="0" lang="en-US" sz="2600" spc="-32" strike="noStrike">
                <a:solidFill>
                  <a:srgbClr val="939331"/>
                </a:solidFill>
                <a:latin typeface="Tahoma"/>
                <a:ea typeface="DejaVu Sans"/>
              </a:rPr>
              <a:t> </a:t>
            </a:r>
            <a:r>
              <a:rPr b="0" lang="en-US" sz="2600" spc="-7" strike="noStrike">
                <a:solidFill>
                  <a:srgbClr val="939331"/>
                </a:solidFill>
                <a:latin typeface="Tahoma"/>
                <a:ea typeface="DejaVu Sans"/>
              </a:rPr>
              <a:t>GUIs</a:t>
            </a: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CustomShape 1"/>
          <p:cNvSpPr/>
          <p:nvPr/>
        </p:nvSpPr>
        <p:spPr>
          <a:xfrm>
            <a:off x="533520" y="302400"/>
            <a:ext cx="11276640" cy="56354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N" sz="2800" spc="-1" strike="noStrike">
                <a:solidFill>
                  <a:srgbClr val="000000"/>
                </a:solidFill>
                <a:latin typeface="Calibri"/>
                <a:ea typeface="DejaVu Sans"/>
              </a:rPr>
              <a:t>Tkinter</a:t>
            </a:r>
            <a:r>
              <a:rPr b="0" lang="en-IN" sz="2800" spc="-1" strike="noStrike">
                <a:solidFill>
                  <a:srgbClr val="000000"/>
                </a:solidFill>
                <a:latin typeface="Calibri"/>
                <a:ea typeface="DejaVu Sans"/>
              </a:rPr>
              <a:t> − Tkinter is the Python interface to the Tk GUI toolkit shipped with Python.</a:t>
            </a:r>
            <a:endParaRPr b="0" lang="en-US" sz="2800" spc="-1" strike="noStrike">
              <a:latin typeface="Arial"/>
            </a:endParaRPr>
          </a:p>
          <a:p>
            <a:pPr>
              <a:lnSpc>
                <a:spcPct val="100000"/>
              </a:lnSpc>
            </a:pPr>
            <a:r>
              <a:rPr b="1" lang="en-IN" sz="2800" spc="-1" strike="noStrike">
                <a:solidFill>
                  <a:srgbClr val="000000"/>
                </a:solidFill>
                <a:latin typeface="Calibri"/>
                <a:ea typeface="DejaVu Sans"/>
              </a:rPr>
              <a:t>Tkinter Programming:</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Tkinter is the standard GUI library for Python. Python when combined with Tkinter provides a fast and easy way to create GUI applications. Tkinter provides a powerful object-oriented interface to the Tk GUI toolkit.</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Creating a GUI application using Tkinter is an easy task. </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All you need to do is perform the following </a:t>
            </a:r>
            <a:r>
              <a:rPr b="1" lang="en-IN" sz="2800" spc="-1" strike="noStrike">
                <a:solidFill>
                  <a:srgbClr val="000000"/>
                </a:solidFill>
                <a:latin typeface="Calibri"/>
                <a:ea typeface="DejaVu Sans"/>
              </a:rPr>
              <a:t>steps </a:t>
            </a:r>
            <a:r>
              <a:rPr b="0" lang="en-IN" sz="2800" spc="-1" strike="noStrike">
                <a:solidFill>
                  <a:srgbClr val="000000"/>
                </a:solidFill>
                <a:latin typeface="Calibri"/>
                <a:ea typeface="DejaVu Sans"/>
              </a:rPr>
              <a:t>−</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Import the </a:t>
            </a:r>
            <a:r>
              <a:rPr b="1" i="1" lang="en-IN" sz="2800" spc="-1" strike="noStrike">
                <a:solidFill>
                  <a:srgbClr val="000000"/>
                </a:solidFill>
                <a:latin typeface="Calibri"/>
                <a:ea typeface="DejaVu Sans"/>
              </a:rPr>
              <a:t>Tkinter</a:t>
            </a:r>
            <a:r>
              <a:rPr b="0" lang="en-IN" sz="2800" spc="-1" strike="noStrike">
                <a:solidFill>
                  <a:srgbClr val="000000"/>
                </a:solidFill>
                <a:latin typeface="Calibri"/>
                <a:ea typeface="DejaVu Sans"/>
              </a:rPr>
              <a:t> module.</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Create the GUI application main window.</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Add one or more  widgets to the GUI application.</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Enter the main event loop to take action against each event triggered by the user.</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CustomShape 1"/>
          <p:cNvSpPr/>
          <p:nvPr/>
        </p:nvSpPr>
        <p:spPr>
          <a:xfrm>
            <a:off x="609840" y="411480"/>
            <a:ext cx="740952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Top-Level</a:t>
            </a:r>
            <a:r>
              <a:rPr b="1" lang="en-US" sz="3900" spc="-26" strike="noStrike">
                <a:solidFill>
                  <a:srgbClr val="330066"/>
                </a:solidFill>
                <a:latin typeface="Arial"/>
                <a:ea typeface="DejaVu Sans"/>
              </a:rPr>
              <a:t> </a:t>
            </a:r>
            <a:r>
              <a:rPr b="1" lang="en-US" sz="3900" spc="-1" strike="noStrike">
                <a:solidFill>
                  <a:srgbClr val="330066"/>
                </a:solidFill>
                <a:latin typeface="Arial"/>
                <a:ea typeface="DejaVu Sans"/>
              </a:rPr>
              <a:t>Window:</a:t>
            </a:r>
            <a:r>
              <a:rPr b="1" lang="en-US" sz="3900" spc="-15" strike="noStrike">
                <a:solidFill>
                  <a:srgbClr val="330066"/>
                </a:solidFill>
                <a:latin typeface="Arial"/>
                <a:ea typeface="DejaVu Sans"/>
              </a:rPr>
              <a:t> </a:t>
            </a:r>
            <a:r>
              <a:rPr b="1" lang="en-US" sz="3900" spc="-1" strike="noStrike">
                <a:solidFill>
                  <a:srgbClr val="330066"/>
                </a:solidFill>
                <a:latin typeface="Arial"/>
                <a:ea typeface="DejaVu Sans"/>
              </a:rPr>
              <a:t>Tkinter.Tk()</a:t>
            </a:r>
            <a:endParaRPr b="0" lang="en-US" sz="3900" spc="-1" strike="noStrike">
              <a:latin typeface="Arial"/>
            </a:endParaRPr>
          </a:p>
        </p:txBody>
      </p:sp>
      <p:sp>
        <p:nvSpPr>
          <p:cNvPr id="325"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C21BD223-022D-43DB-B97B-EF584F1CAC88}"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326" name="CustomShape 3"/>
          <p:cNvSpPr/>
          <p:nvPr/>
        </p:nvSpPr>
        <p:spPr>
          <a:xfrm>
            <a:off x="990720" y="1371600"/>
            <a:ext cx="5713920" cy="13694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IN" sz="2800" spc="-1" strike="noStrike">
                <a:solidFill>
                  <a:srgbClr val="000000"/>
                </a:solidFill>
                <a:latin typeface="Calibri"/>
                <a:ea typeface="DejaVu Sans"/>
              </a:rPr>
              <a:t>import tkinter</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top=tkinter.Tk()</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top.mainloop()</a:t>
            </a:r>
            <a:endParaRPr b="0" lang="en-US" sz="2800" spc="-1" strike="noStrike">
              <a:latin typeface="Arial"/>
            </a:endParaRPr>
          </a:p>
        </p:txBody>
      </p:sp>
      <p:pic>
        <p:nvPicPr>
          <p:cNvPr id="327" name="object 3" descr=""/>
          <p:cNvPicPr/>
          <p:nvPr/>
        </p:nvPicPr>
        <p:blipFill>
          <a:blip r:embed="rId1"/>
          <a:stretch/>
        </p:blipFill>
        <p:spPr>
          <a:xfrm>
            <a:off x="6660000" y="1246680"/>
            <a:ext cx="3008880" cy="3476520"/>
          </a:xfrm>
          <a:prstGeom prst="rect">
            <a:avLst/>
          </a:prstGeom>
          <a:ln>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CustomShape 1"/>
          <p:cNvSpPr/>
          <p:nvPr/>
        </p:nvSpPr>
        <p:spPr>
          <a:xfrm>
            <a:off x="685800" y="685800"/>
            <a:ext cx="9066600" cy="30758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N" sz="2800" spc="-1" strike="noStrike">
                <a:solidFill>
                  <a:srgbClr val="000000"/>
                </a:solidFill>
                <a:latin typeface="Calibri"/>
                <a:ea typeface="DejaVu Sans"/>
              </a:rPr>
              <a:t>Tkinter Widgets:</a:t>
            </a:r>
            <a:endParaRPr b="0" lang="en-US" sz="2800" spc="-1" strike="noStrike">
              <a:latin typeface="Arial"/>
            </a:endParaRPr>
          </a:p>
          <a:p>
            <a:pPr>
              <a:lnSpc>
                <a:spcPct val="100000"/>
              </a:lnSpc>
            </a:pPr>
            <a:endParaRPr b="0" lang="en-US" sz="2800" spc="-1" strike="noStrike">
              <a:latin typeface="Arial"/>
            </a:endParaRPr>
          </a:p>
          <a:p>
            <a:pPr>
              <a:lnSpc>
                <a:spcPct val="100000"/>
              </a:lnSpc>
            </a:pPr>
            <a:r>
              <a:rPr b="0" lang="en-IN" sz="2800" spc="-1" strike="noStrike">
                <a:solidFill>
                  <a:srgbClr val="000000"/>
                </a:solidFill>
                <a:latin typeface="Calibri"/>
                <a:ea typeface="DejaVu Sans"/>
              </a:rPr>
              <a:t>Tkinter provides various controls, such as buttons, labels and text boxes used in a GUI application. </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These controls are commonly called </a:t>
            </a:r>
            <a:r>
              <a:rPr b="1" lang="en-IN" sz="2800" spc="-1" strike="noStrike">
                <a:solidFill>
                  <a:srgbClr val="000000"/>
                </a:solidFill>
                <a:latin typeface="Calibri"/>
                <a:ea typeface="DejaVu Sans"/>
              </a:rPr>
              <a:t>widgets</a:t>
            </a:r>
            <a:r>
              <a:rPr b="0" lang="en-IN" sz="2800" spc="-1" strike="noStrike">
                <a:solidFill>
                  <a:srgbClr val="000000"/>
                </a:solidFill>
                <a:latin typeface="Calibri"/>
                <a:ea typeface="DejaVu Sans"/>
              </a:rPr>
              <a:t>.</a:t>
            </a:r>
            <a:endParaRPr b="0" lang="en-US" sz="2800" spc="-1" strike="noStrike">
              <a:latin typeface="Arial"/>
            </a:endParaRPr>
          </a:p>
          <a:p>
            <a:pPr>
              <a:lnSpc>
                <a:spcPct val="100000"/>
              </a:lnSpc>
            </a:pPr>
            <a:endParaRPr b="0" lang="en-US" sz="2800" spc="-1" strike="noStrike">
              <a:latin typeface="Arial"/>
            </a:endParaRPr>
          </a:p>
          <a:p>
            <a:pPr>
              <a:lnSpc>
                <a:spcPct val="100000"/>
              </a:lnSpc>
            </a:pPr>
            <a:r>
              <a:rPr b="0" lang="en-IN" sz="2800" spc="-1" strike="noStrike">
                <a:solidFill>
                  <a:srgbClr val="000000"/>
                </a:solidFill>
                <a:latin typeface="Calibri"/>
                <a:ea typeface="DejaVu Sans"/>
              </a:rPr>
              <a:t>There are currently 15 types of widgets in Tkinter. </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9" name="object 2" descr=""/>
          <p:cNvPicPr/>
          <p:nvPr/>
        </p:nvPicPr>
        <p:blipFill>
          <a:blip r:embed="rId1"/>
          <a:stretch/>
        </p:blipFill>
        <p:spPr>
          <a:xfrm>
            <a:off x="2071800" y="34200"/>
            <a:ext cx="8038800" cy="6601680"/>
          </a:xfrm>
          <a:prstGeom prst="rect">
            <a:avLst/>
          </a:prstGeom>
          <a:ln>
            <a:noFill/>
          </a:ln>
        </p:spPr>
      </p:pic>
      <p:sp>
        <p:nvSpPr>
          <p:cNvPr id="330"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DA49F11E-EF05-421C-9438-CEDB905088F3}"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CustomShape 1"/>
          <p:cNvSpPr/>
          <p:nvPr/>
        </p:nvSpPr>
        <p:spPr>
          <a:xfrm>
            <a:off x="1295280" y="304920"/>
            <a:ext cx="8762040" cy="47822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IN" sz="2800" spc="-1" strike="noStrike">
                <a:solidFill>
                  <a:srgbClr val="000000"/>
                </a:solidFill>
                <a:latin typeface="Calibri"/>
                <a:ea typeface="DejaVu Sans"/>
              </a:rPr>
              <a:t>Standard </a:t>
            </a:r>
            <a:r>
              <a:rPr b="1" lang="en-IN" sz="2800" spc="-1" strike="noStrike">
                <a:solidFill>
                  <a:srgbClr val="000000"/>
                </a:solidFill>
                <a:latin typeface="Calibri"/>
                <a:ea typeface="DejaVu Sans"/>
              </a:rPr>
              <a:t>Attributes:</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Let us take a look at how some of their common attributes.</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such as sizes, colors and fonts are specified.</a:t>
            </a:r>
            <a:endParaRPr b="0" lang="en-US" sz="2800" spc="-1" strike="noStrike">
              <a:latin typeface="Arial"/>
            </a:endParaRPr>
          </a:p>
          <a:p>
            <a:pPr>
              <a:lnSpc>
                <a:spcPct val="100000"/>
              </a:lnSpc>
            </a:pPr>
            <a:r>
              <a:rPr b="0" lang="en-IN" sz="2800" spc="-1" strike="noStrike" u="sng">
                <a:solidFill>
                  <a:srgbClr val="0000ff"/>
                </a:solidFill>
                <a:uFillTx/>
                <a:latin typeface="Calibri"/>
                <a:ea typeface="DejaVu Sans"/>
                <a:hlinkClick r:id="rId1"/>
              </a:rPr>
              <a:t>sizes</a:t>
            </a:r>
            <a:endParaRPr b="0" lang="en-US" sz="2800" spc="-1" strike="noStrike">
              <a:latin typeface="Arial"/>
            </a:endParaRPr>
          </a:p>
          <a:p>
            <a:pPr>
              <a:lnSpc>
                <a:spcPct val="100000"/>
              </a:lnSpc>
            </a:pPr>
            <a:r>
              <a:rPr b="0" lang="en-IN" sz="2800" spc="-1" strike="noStrike" u="sng">
                <a:solidFill>
                  <a:srgbClr val="0000ff"/>
                </a:solidFill>
                <a:uFillTx/>
                <a:latin typeface="Calibri"/>
                <a:ea typeface="DejaVu Sans"/>
                <a:hlinkClick r:id="rId2"/>
              </a:rPr>
              <a:t>Dimensions</a:t>
            </a:r>
            <a:endParaRPr b="0" lang="en-US" sz="2800" spc="-1" strike="noStrike">
              <a:latin typeface="Arial"/>
            </a:endParaRPr>
          </a:p>
          <a:p>
            <a:pPr>
              <a:lnSpc>
                <a:spcPct val="100000"/>
              </a:lnSpc>
            </a:pPr>
            <a:r>
              <a:rPr b="0" lang="en-IN" sz="2800" spc="-1" strike="noStrike" u="sng">
                <a:solidFill>
                  <a:srgbClr val="0000ff"/>
                </a:solidFill>
                <a:uFillTx/>
                <a:latin typeface="Calibri"/>
                <a:ea typeface="DejaVu Sans"/>
                <a:hlinkClick r:id="rId3"/>
              </a:rPr>
              <a:t>Colors</a:t>
            </a:r>
            <a:endParaRPr b="0" lang="en-US" sz="2800" spc="-1" strike="noStrike">
              <a:latin typeface="Arial"/>
            </a:endParaRPr>
          </a:p>
          <a:p>
            <a:pPr>
              <a:lnSpc>
                <a:spcPct val="100000"/>
              </a:lnSpc>
            </a:pPr>
            <a:r>
              <a:rPr b="0" lang="en-IN" sz="2800" spc="-1" strike="noStrike" u="sng">
                <a:solidFill>
                  <a:srgbClr val="0000ff"/>
                </a:solidFill>
                <a:uFillTx/>
                <a:latin typeface="Calibri"/>
                <a:ea typeface="DejaVu Sans"/>
                <a:hlinkClick r:id="rId4"/>
              </a:rPr>
              <a:t>Fonts</a:t>
            </a:r>
            <a:endParaRPr b="0" lang="en-US" sz="2800" spc="-1" strike="noStrike">
              <a:latin typeface="Arial"/>
            </a:endParaRPr>
          </a:p>
          <a:p>
            <a:pPr>
              <a:lnSpc>
                <a:spcPct val="100000"/>
              </a:lnSpc>
            </a:pPr>
            <a:r>
              <a:rPr b="0" lang="en-IN" sz="2800" spc="-1" strike="noStrike" u="sng">
                <a:solidFill>
                  <a:srgbClr val="0000ff"/>
                </a:solidFill>
                <a:uFillTx/>
                <a:latin typeface="Calibri"/>
                <a:ea typeface="DejaVu Sans"/>
                <a:hlinkClick r:id="rId5"/>
              </a:rPr>
              <a:t>Anchors</a:t>
            </a:r>
            <a:endParaRPr b="0" lang="en-US" sz="2800" spc="-1" strike="noStrike">
              <a:latin typeface="Arial"/>
            </a:endParaRPr>
          </a:p>
          <a:p>
            <a:pPr>
              <a:lnSpc>
                <a:spcPct val="100000"/>
              </a:lnSpc>
            </a:pPr>
            <a:r>
              <a:rPr b="0" lang="en-IN" sz="2800" spc="-1" strike="noStrike" u="sng">
                <a:solidFill>
                  <a:srgbClr val="0000ff"/>
                </a:solidFill>
                <a:uFillTx/>
                <a:latin typeface="Calibri"/>
                <a:ea typeface="DejaVu Sans"/>
                <a:hlinkClick r:id="rId6"/>
              </a:rPr>
              <a:t>Relief styles</a:t>
            </a:r>
            <a:endParaRPr b="0" lang="en-US" sz="2800" spc="-1" strike="noStrike">
              <a:latin typeface="Arial"/>
            </a:endParaRPr>
          </a:p>
          <a:p>
            <a:pPr>
              <a:lnSpc>
                <a:spcPct val="100000"/>
              </a:lnSpc>
            </a:pPr>
            <a:r>
              <a:rPr b="0" lang="en-IN" sz="2800" spc="-1" strike="noStrike" u="sng">
                <a:solidFill>
                  <a:srgbClr val="0000ff"/>
                </a:solidFill>
                <a:uFillTx/>
                <a:latin typeface="Calibri"/>
                <a:ea typeface="DejaVu Sans"/>
                <a:hlinkClick r:id="rId7"/>
              </a:rPr>
              <a:t>Bitmaps</a:t>
            </a:r>
            <a:endParaRPr b="0" lang="en-US" sz="2800" spc="-1" strike="noStrike">
              <a:latin typeface="Arial"/>
            </a:endParaRPr>
          </a:p>
          <a:p>
            <a:pPr>
              <a:lnSpc>
                <a:spcPct val="100000"/>
              </a:lnSpc>
            </a:pPr>
            <a:r>
              <a:rPr b="0" lang="en-IN" sz="2800" spc="-1" strike="noStrike" u="sng">
                <a:solidFill>
                  <a:srgbClr val="0000ff"/>
                </a:solidFill>
                <a:uFillTx/>
                <a:latin typeface="Calibri"/>
                <a:ea typeface="DejaVu Sans"/>
                <a:hlinkClick r:id="rId8"/>
              </a:rPr>
              <a:t>Cursors</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CustomShape 1"/>
          <p:cNvSpPr/>
          <p:nvPr/>
        </p:nvSpPr>
        <p:spPr>
          <a:xfrm>
            <a:off x="609840" y="411480"/>
            <a:ext cx="481788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Geometry</a:t>
            </a:r>
            <a:r>
              <a:rPr b="1" lang="en-US" sz="3900" spc="-80" strike="noStrike">
                <a:solidFill>
                  <a:srgbClr val="330066"/>
                </a:solidFill>
                <a:latin typeface="Arial"/>
                <a:ea typeface="DejaVu Sans"/>
              </a:rPr>
              <a:t> </a:t>
            </a:r>
            <a:r>
              <a:rPr b="1" lang="en-US" sz="3900" spc="-1" strike="noStrike">
                <a:solidFill>
                  <a:srgbClr val="330066"/>
                </a:solidFill>
                <a:latin typeface="Arial"/>
                <a:ea typeface="DejaVu Sans"/>
              </a:rPr>
              <a:t>managers</a:t>
            </a:r>
            <a:endParaRPr b="0" lang="en-US" sz="3900" spc="-1" strike="noStrike">
              <a:latin typeface="Arial"/>
            </a:endParaRPr>
          </a:p>
        </p:txBody>
      </p:sp>
      <p:sp>
        <p:nvSpPr>
          <p:cNvPr id="333"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4A1361CB-D922-4D6A-BC14-5FC76919E4B7}"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334" name="CustomShape 3"/>
          <p:cNvSpPr/>
          <p:nvPr/>
        </p:nvSpPr>
        <p:spPr>
          <a:xfrm>
            <a:off x="688320" y="1379880"/>
            <a:ext cx="10486080" cy="2901960"/>
          </a:xfrm>
          <a:prstGeom prst="rect">
            <a:avLst/>
          </a:prstGeom>
          <a:noFill/>
          <a:ln>
            <a:noFill/>
          </a:ln>
        </p:spPr>
        <p:style>
          <a:lnRef idx="0"/>
          <a:fillRef idx="0"/>
          <a:effectRef idx="0"/>
          <a:fontRef idx="minor"/>
        </p:style>
        <p:txBody>
          <a:bodyPr lIns="0" rIns="0" tIns="12600" bIns="0">
            <a:spAutoFit/>
          </a:bodyPr>
          <a:p>
            <a:pPr marL="355680" indent="-342000">
              <a:lnSpc>
                <a:spcPct val="100000"/>
              </a:lnSpc>
              <a:spcBef>
                <a:spcPts val="99"/>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Geometry managers</a:t>
            </a:r>
            <a:r>
              <a:rPr b="0" lang="en-US" sz="3000" spc="-26" strike="noStrike">
                <a:solidFill>
                  <a:srgbClr val="000000"/>
                </a:solidFill>
                <a:latin typeface="Arial"/>
                <a:ea typeface="DejaVu Sans"/>
              </a:rPr>
              <a:t> </a:t>
            </a:r>
            <a:r>
              <a:rPr b="0" lang="en-US" sz="3000" spc="-7" strike="noStrike">
                <a:solidFill>
                  <a:srgbClr val="000000"/>
                </a:solidFill>
                <a:latin typeface="Arial"/>
                <a:ea typeface="DejaVu Sans"/>
              </a:rPr>
              <a:t>serve</a:t>
            </a:r>
            <a:r>
              <a:rPr b="0" lang="en-US" sz="3000" spc="-12" strike="noStrike">
                <a:solidFill>
                  <a:srgbClr val="000000"/>
                </a:solidFill>
                <a:latin typeface="Arial"/>
                <a:ea typeface="DejaVu Sans"/>
              </a:rPr>
              <a:t> </a:t>
            </a:r>
            <a:r>
              <a:rPr b="0" lang="en-US" sz="3000" spc="-1" strike="noStrike">
                <a:solidFill>
                  <a:srgbClr val="000000"/>
                </a:solidFill>
                <a:latin typeface="Arial"/>
                <a:ea typeface="DejaVu Sans"/>
              </a:rPr>
              <a:t>the</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purpose</a:t>
            </a:r>
            <a:r>
              <a:rPr b="0" lang="en-US" sz="3000" spc="-26" strike="noStrike">
                <a:solidFill>
                  <a:srgbClr val="000000"/>
                </a:solidFill>
                <a:latin typeface="Arial"/>
                <a:ea typeface="DejaVu Sans"/>
              </a:rPr>
              <a:t> </a:t>
            </a:r>
            <a:r>
              <a:rPr b="0" lang="en-US" sz="3000" spc="-1" strike="noStrike">
                <a:solidFill>
                  <a:srgbClr val="000000"/>
                </a:solidFill>
                <a:latin typeface="Arial"/>
                <a:ea typeface="DejaVu Sans"/>
              </a:rPr>
              <a:t>of</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deciding</a:t>
            </a:r>
            <a:r>
              <a:rPr b="0" lang="en-US" sz="3000" spc="-41" strike="noStrike">
                <a:solidFill>
                  <a:srgbClr val="000000"/>
                </a:solidFill>
                <a:latin typeface="Arial"/>
                <a:ea typeface="DejaVu Sans"/>
              </a:rPr>
              <a:t> </a:t>
            </a:r>
            <a:r>
              <a:rPr b="0" lang="en-US" sz="3000" spc="-1" strike="noStrike">
                <a:solidFill>
                  <a:srgbClr val="000000"/>
                </a:solidFill>
                <a:latin typeface="Arial"/>
                <a:ea typeface="DejaVu Sans"/>
              </a:rPr>
              <a:t>where</a:t>
            </a:r>
            <a:r>
              <a:rPr b="0" lang="en-US" sz="3000" spc="-21" strike="noStrike">
                <a:solidFill>
                  <a:srgbClr val="000000"/>
                </a:solidFill>
                <a:latin typeface="Arial"/>
                <a:ea typeface="DejaVu Sans"/>
              </a:rPr>
              <a:t> </a:t>
            </a:r>
            <a:r>
              <a:rPr b="0" lang="en-US" sz="3000" spc="-7" strike="noStrike">
                <a:solidFill>
                  <a:srgbClr val="000000"/>
                </a:solidFill>
                <a:latin typeface="Arial"/>
                <a:ea typeface="DejaVu Sans"/>
              </a:rPr>
              <a:t>in </a:t>
            </a:r>
            <a:r>
              <a:rPr b="0" lang="en-US" sz="3000" spc="-820" strike="noStrike">
                <a:solidFill>
                  <a:srgbClr val="000000"/>
                </a:solidFill>
                <a:latin typeface="Arial"/>
                <a:ea typeface="DejaVu Sans"/>
              </a:rPr>
              <a:t> </a:t>
            </a:r>
            <a:r>
              <a:rPr b="0" lang="en-US" sz="3000" spc="-7" strike="noStrike">
                <a:solidFill>
                  <a:srgbClr val="000000"/>
                </a:solidFill>
                <a:latin typeface="Arial"/>
                <a:ea typeface="DejaVu Sans"/>
              </a:rPr>
              <a:t>the </a:t>
            </a:r>
            <a:r>
              <a:rPr b="0" lang="en-US" sz="3000" spc="-1" strike="noStrike">
                <a:solidFill>
                  <a:srgbClr val="000000"/>
                </a:solidFill>
                <a:latin typeface="Arial"/>
                <a:ea typeface="DejaVu Sans"/>
              </a:rPr>
              <a:t>parent</a:t>
            </a:r>
            <a:r>
              <a:rPr b="0" lang="en-US" sz="3000" spc="-12" strike="noStrike">
                <a:solidFill>
                  <a:srgbClr val="000000"/>
                </a:solidFill>
                <a:latin typeface="Arial"/>
                <a:ea typeface="DejaVu Sans"/>
              </a:rPr>
              <a:t> </a:t>
            </a:r>
            <a:r>
              <a:rPr b="0" lang="en-US" sz="3000" spc="-1" strike="noStrike">
                <a:solidFill>
                  <a:srgbClr val="000000"/>
                </a:solidFill>
                <a:latin typeface="Arial"/>
                <a:ea typeface="DejaVu Sans"/>
              </a:rPr>
              <a:t>widget</a:t>
            </a:r>
            <a:r>
              <a:rPr b="0" lang="en-US" sz="3000" spc="-32" strike="noStrike">
                <a:solidFill>
                  <a:srgbClr val="000000"/>
                </a:solidFill>
                <a:latin typeface="Arial"/>
                <a:ea typeface="DejaVu Sans"/>
              </a:rPr>
              <a:t> </a:t>
            </a:r>
            <a:r>
              <a:rPr b="0" lang="en-US" sz="3000" spc="-1" strike="noStrike">
                <a:solidFill>
                  <a:srgbClr val="000000"/>
                </a:solidFill>
                <a:latin typeface="Arial"/>
                <a:ea typeface="DejaVu Sans"/>
              </a:rPr>
              <a:t>to</a:t>
            </a:r>
            <a:r>
              <a:rPr b="0" lang="en-US" sz="3000" spc="4" strike="noStrike">
                <a:solidFill>
                  <a:srgbClr val="000000"/>
                </a:solidFill>
                <a:latin typeface="Arial"/>
                <a:ea typeface="DejaVu Sans"/>
              </a:rPr>
              <a:t> </a:t>
            </a:r>
            <a:r>
              <a:rPr b="0" lang="en-US" sz="3000" spc="-7" strike="noStrike">
                <a:solidFill>
                  <a:srgbClr val="000000"/>
                </a:solidFill>
                <a:latin typeface="Arial"/>
                <a:ea typeface="DejaVu Sans"/>
              </a:rPr>
              <a:t>render</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its children.</a:t>
            </a:r>
            <a:endParaRPr b="0" lang="en-US" sz="3000" spc="-1" strike="noStrike">
              <a:latin typeface="Arial"/>
            </a:endParaRPr>
          </a:p>
          <a:p>
            <a:pPr marL="355680" indent="-342000">
              <a:lnSpc>
                <a:spcPct val="100000"/>
              </a:lnSpc>
              <a:spcBef>
                <a:spcPts val="720"/>
              </a:spcBef>
              <a:buClr>
                <a:srgbClr val="330066"/>
              </a:buClr>
              <a:buSzPct val="70000"/>
              <a:buFont typeface="Wingdings" charset="2"/>
              <a:buChar char=""/>
              <a:tabLst>
                <a:tab algn="l" pos="354960"/>
                <a:tab algn="l" pos="355680"/>
              </a:tabLst>
            </a:pPr>
            <a:r>
              <a:rPr b="0" lang="en-US" sz="3000" spc="-7" strike="noStrike">
                <a:solidFill>
                  <a:srgbClr val="000000"/>
                </a:solidFill>
                <a:latin typeface="Arial"/>
                <a:ea typeface="DejaVu Sans"/>
              </a:rPr>
              <a:t>Three</a:t>
            </a:r>
            <a:r>
              <a:rPr b="0" lang="en-US" sz="3000" spc="-12" strike="noStrike">
                <a:solidFill>
                  <a:srgbClr val="000000"/>
                </a:solidFill>
                <a:latin typeface="Arial"/>
                <a:ea typeface="DejaVu Sans"/>
              </a:rPr>
              <a:t> </a:t>
            </a:r>
            <a:r>
              <a:rPr b="0" lang="en-US" sz="3000" spc="-7" strike="noStrike">
                <a:solidFill>
                  <a:srgbClr val="000000"/>
                </a:solidFill>
                <a:latin typeface="Arial"/>
                <a:ea typeface="DejaVu Sans"/>
              </a:rPr>
              <a:t>geometry</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managers</a:t>
            </a:r>
            <a:endParaRPr b="0" lang="en-US" sz="3000" spc="-1" strike="noStrike">
              <a:latin typeface="Arial"/>
            </a:endParaRPr>
          </a:p>
          <a:p>
            <a:pPr lvl="1" marL="870480" indent="-513360">
              <a:lnSpc>
                <a:spcPct val="100000"/>
              </a:lnSpc>
              <a:spcBef>
                <a:spcPts val="641"/>
              </a:spcBef>
              <a:buClr>
                <a:srgbClr val="669999"/>
              </a:buClr>
              <a:buSzPct val="69000"/>
              <a:buFont typeface="StarSymbol"/>
              <a:buAutoNum type="arabicPeriod"/>
              <a:tabLst>
                <a:tab algn="l" pos="870480"/>
                <a:tab algn="l" pos="871200"/>
              </a:tabLst>
            </a:pPr>
            <a:r>
              <a:rPr b="0" lang="en-US" sz="2600" spc="-1" strike="noStrike">
                <a:solidFill>
                  <a:srgbClr val="000000"/>
                </a:solidFill>
                <a:latin typeface="Arial"/>
                <a:ea typeface="DejaVu Sans"/>
              </a:rPr>
              <a:t>pack</a:t>
            </a:r>
            <a:endParaRPr b="0" lang="en-US" sz="2600" spc="-1" strike="noStrike">
              <a:latin typeface="Arial"/>
            </a:endParaRPr>
          </a:p>
          <a:p>
            <a:pPr lvl="1" marL="870480" indent="-513360">
              <a:lnSpc>
                <a:spcPct val="100000"/>
              </a:lnSpc>
              <a:spcBef>
                <a:spcPts val="624"/>
              </a:spcBef>
              <a:buClr>
                <a:srgbClr val="669999"/>
              </a:buClr>
              <a:buSzPct val="69000"/>
              <a:buFont typeface="StarSymbol"/>
              <a:buAutoNum type="arabicPeriod"/>
              <a:tabLst>
                <a:tab algn="l" pos="870480"/>
                <a:tab algn="l" pos="871200"/>
              </a:tabLst>
            </a:pPr>
            <a:r>
              <a:rPr b="0" lang="en-US" sz="2600" spc="-1" strike="noStrike">
                <a:solidFill>
                  <a:srgbClr val="000000"/>
                </a:solidFill>
                <a:latin typeface="Arial"/>
                <a:ea typeface="DejaVu Sans"/>
              </a:rPr>
              <a:t>grid</a:t>
            </a:r>
            <a:endParaRPr b="0" lang="en-US" sz="2600" spc="-1" strike="noStrike">
              <a:latin typeface="Arial"/>
            </a:endParaRPr>
          </a:p>
          <a:p>
            <a:pPr lvl="1" marL="870480" indent="-513360">
              <a:lnSpc>
                <a:spcPct val="100000"/>
              </a:lnSpc>
              <a:spcBef>
                <a:spcPts val="624"/>
              </a:spcBef>
              <a:buClr>
                <a:srgbClr val="669999"/>
              </a:buClr>
              <a:buSzPct val="69000"/>
              <a:buFont typeface="StarSymbol"/>
              <a:buAutoNum type="arabicPeriod"/>
              <a:tabLst>
                <a:tab algn="l" pos="870480"/>
                <a:tab algn="l" pos="871200"/>
              </a:tabLst>
            </a:pPr>
            <a:r>
              <a:rPr b="0" lang="en-US" sz="2600" spc="-1" strike="noStrike">
                <a:solidFill>
                  <a:srgbClr val="000000"/>
                </a:solidFill>
                <a:latin typeface="Arial"/>
                <a:ea typeface="DejaVu Sans"/>
              </a:rPr>
              <a:t>place</a:t>
            </a: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CustomShape 1"/>
          <p:cNvSpPr/>
          <p:nvPr/>
        </p:nvSpPr>
        <p:spPr>
          <a:xfrm>
            <a:off x="533520" y="457200"/>
            <a:ext cx="10285920" cy="52088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N" sz="2800" spc="-1" strike="noStrike">
                <a:solidFill>
                  <a:srgbClr val="000000"/>
                </a:solidFill>
                <a:latin typeface="Calibri"/>
                <a:ea typeface="DejaVu Sans"/>
              </a:rPr>
              <a:t>Geometry Management</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All Tkinter widgets have access to specific geometry management methods, which have the purpose of organizing widgets throughout the parent widget area.</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 </a:t>
            </a:r>
            <a:r>
              <a:rPr b="0" lang="en-IN" sz="2800" spc="-1" strike="noStrike">
                <a:solidFill>
                  <a:srgbClr val="000000"/>
                </a:solidFill>
                <a:latin typeface="Calibri"/>
                <a:ea typeface="DejaVu Sans"/>
              </a:rPr>
              <a:t>Tkinter exposes the following geometry manager classes: pack, grid, and place.</a:t>
            </a:r>
            <a:endParaRPr b="0" lang="en-US" sz="2800" spc="-1" strike="noStrike">
              <a:latin typeface="Arial"/>
            </a:endParaRPr>
          </a:p>
          <a:p>
            <a:pPr>
              <a:lnSpc>
                <a:spcPct val="100000"/>
              </a:lnSpc>
            </a:pPr>
            <a:r>
              <a:rPr b="0" lang="en-IN" sz="2800" spc="-1" strike="noStrike" u="sng">
                <a:solidFill>
                  <a:srgbClr val="0000ff"/>
                </a:solidFill>
                <a:uFillTx/>
                <a:latin typeface="Calibri"/>
                <a:ea typeface="DejaVu Sans"/>
                <a:hlinkClick r:id="rId1"/>
              </a:rPr>
              <a:t>The </a:t>
            </a:r>
            <a:r>
              <a:rPr b="0" i="1" lang="en-IN" sz="2800" spc="-1" strike="noStrike" u="sng">
                <a:solidFill>
                  <a:srgbClr val="0000ff"/>
                </a:solidFill>
                <a:uFillTx/>
                <a:latin typeface="Calibri"/>
                <a:ea typeface="DejaVu Sans"/>
                <a:hlinkClick r:id="rId2"/>
              </a:rPr>
              <a:t>pack()</a:t>
            </a:r>
            <a:r>
              <a:rPr b="0" lang="en-IN" sz="2800" spc="-1" strike="noStrike" u="sng">
                <a:solidFill>
                  <a:srgbClr val="0000ff"/>
                </a:solidFill>
                <a:uFillTx/>
                <a:latin typeface="Calibri"/>
                <a:ea typeface="DejaVu Sans"/>
                <a:hlinkClick r:id="rId3"/>
              </a:rPr>
              <a:t> Method</a:t>
            </a:r>
            <a:r>
              <a:rPr b="0" lang="en-IN" sz="2800" spc="-1" strike="noStrike">
                <a:solidFill>
                  <a:srgbClr val="000000"/>
                </a:solidFill>
                <a:latin typeface="Calibri"/>
                <a:ea typeface="DejaVu Sans"/>
              </a:rPr>
              <a:t> − This geometry manager organizes widgets in blocks before placing them in the parent widget.</a:t>
            </a:r>
            <a:endParaRPr b="0" lang="en-US" sz="2800" spc="-1" strike="noStrike">
              <a:latin typeface="Arial"/>
            </a:endParaRPr>
          </a:p>
          <a:p>
            <a:pPr>
              <a:lnSpc>
                <a:spcPct val="100000"/>
              </a:lnSpc>
            </a:pPr>
            <a:r>
              <a:rPr b="0" lang="en-IN" sz="2800" spc="-1" strike="noStrike" u="sng">
                <a:solidFill>
                  <a:srgbClr val="0000ff"/>
                </a:solidFill>
                <a:uFillTx/>
                <a:latin typeface="Calibri"/>
                <a:ea typeface="DejaVu Sans"/>
                <a:hlinkClick r:id="rId4"/>
              </a:rPr>
              <a:t>The </a:t>
            </a:r>
            <a:r>
              <a:rPr b="0" i="1" lang="en-IN" sz="2800" spc="-1" strike="noStrike" u="sng">
                <a:solidFill>
                  <a:srgbClr val="0000ff"/>
                </a:solidFill>
                <a:uFillTx/>
                <a:latin typeface="Calibri"/>
                <a:ea typeface="DejaVu Sans"/>
                <a:hlinkClick r:id="rId5"/>
              </a:rPr>
              <a:t>grid()</a:t>
            </a:r>
            <a:r>
              <a:rPr b="0" lang="en-IN" sz="2800" spc="-1" strike="noStrike" u="sng">
                <a:solidFill>
                  <a:srgbClr val="0000ff"/>
                </a:solidFill>
                <a:uFillTx/>
                <a:latin typeface="Calibri"/>
                <a:ea typeface="DejaVu Sans"/>
                <a:hlinkClick r:id="rId6"/>
              </a:rPr>
              <a:t> Method</a:t>
            </a:r>
            <a:r>
              <a:rPr b="0" lang="en-IN" sz="2800" spc="-1" strike="noStrike">
                <a:solidFill>
                  <a:srgbClr val="000000"/>
                </a:solidFill>
                <a:latin typeface="Calibri"/>
                <a:ea typeface="DejaVu Sans"/>
              </a:rPr>
              <a:t> − This geometry manager organizes widgets in a table-like structure in the parent widget.</a:t>
            </a:r>
            <a:endParaRPr b="0" lang="en-US" sz="2800" spc="-1" strike="noStrike">
              <a:latin typeface="Arial"/>
            </a:endParaRPr>
          </a:p>
          <a:p>
            <a:pPr>
              <a:lnSpc>
                <a:spcPct val="100000"/>
              </a:lnSpc>
            </a:pPr>
            <a:r>
              <a:rPr b="0" lang="en-IN" sz="2800" spc="-1" strike="noStrike" u="sng">
                <a:solidFill>
                  <a:srgbClr val="0000ff"/>
                </a:solidFill>
                <a:uFillTx/>
                <a:latin typeface="Calibri"/>
                <a:ea typeface="DejaVu Sans"/>
                <a:hlinkClick r:id="rId7"/>
              </a:rPr>
              <a:t>The </a:t>
            </a:r>
            <a:r>
              <a:rPr b="0" i="1" lang="en-IN" sz="2800" spc="-1" strike="noStrike" u="sng">
                <a:solidFill>
                  <a:srgbClr val="0000ff"/>
                </a:solidFill>
                <a:uFillTx/>
                <a:latin typeface="Calibri"/>
                <a:ea typeface="DejaVu Sans"/>
                <a:hlinkClick r:id="rId8"/>
              </a:rPr>
              <a:t>place()</a:t>
            </a:r>
            <a:r>
              <a:rPr b="0" lang="en-IN" sz="2800" spc="-1" strike="noStrike" u="sng">
                <a:solidFill>
                  <a:srgbClr val="0000ff"/>
                </a:solidFill>
                <a:uFillTx/>
                <a:latin typeface="Calibri"/>
                <a:ea typeface="DejaVu Sans"/>
                <a:hlinkClick r:id="rId9"/>
              </a:rPr>
              <a:t> Method</a:t>
            </a:r>
            <a:r>
              <a:rPr b="0" lang="en-IN" sz="2800" spc="-1" strike="noStrike">
                <a:solidFill>
                  <a:srgbClr val="000000"/>
                </a:solidFill>
                <a:latin typeface="Calibri"/>
                <a:ea typeface="DejaVu Sans"/>
              </a:rPr>
              <a:t> − This geometry manager organizes widgets by placing them in a specific position in the parent widget.</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6" name="object 2" descr=""/>
          <p:cNvPicPr/>
          <p:nvPr/>
        </p:nvPicPr>
        <p:blipFill>
          <a:blip r:embed="rId1"/>
          <a:stretch/>
        </p:blipFill>
        <p:spPr>
          <a:xfrm>
            <a:off x="687240" y="969840"/>
            <a:ext cx="9585360" cy="4439520"/>
          </a:xfrm>
          <a:prstGeom prst="rect">
            <a:avLst/>
          </a:prstGeom>
          <a:ln>
            <a:noFill/>
          </a:ln>
        </p:spPr>
      </p:pic>
      <p:sp>
        <p:nvSpPr>
          <p:cNvPr id="337"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DD8EFC94-F786-4784-B678-41B3A4515396}"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8" name="object 2" descr=""/>
          <p:cNvPicPr/>
          <p:nvPr/>
        </p:nvPicPr>
        <p:blipFill>
          <a:blip r:embed="rId1"/>
          <a:stretch/>
        </p:blipFill>
        <p:spPr>
          <a:xfrm>
            <a:off x="8501040" y="0"/>
            <a:ext cx="3545280" cy="1588320"/>
          </a:xfrm>
          <a:prstGeom prst="rect">
            <a:avLst/>
          </a:prstGeom>
          <a:ln>
            <a:noFill/>
          </a:ln>
        </p:spPr>
      </p:pic>
      <p:sp>
        <p:nvSpPr>
          <p:cNvPr id="339" name="CustomShape 1"/>
          <p:cNvSpPr/>
          <p:nvPr/>
        </p:nvSpPr>
        <p:spPr>
          <a:xfrm>
            <a:off x="255960" y="45720"/>
            <a:ext cx="96048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grid</a:t>
            </a:r>
            <a:endParaRPr b="0" lang="en-US" sz="3900" spc="-1" strike="noStrike">
              <a:latin typeface="Arial"/>
            </a:endParaRPr>
          </a:p>
        </p:txBody>
      </p:sp>
      <p:sp>
        <p:nvSpPr>
          <p:cNvPr id="340" name="CustomShape 2"/>
          <p:cNvSpPr/>
          <p:nvPr/>
        </p:nvSpPr>
        <p:spPr>
          <a:xfrm>
            <a:off x="402840" y="1017360"/>
            <a:ext cx="7554960" cy="5623200"/>
          </a:xfrm>
          <a:prstGeom prst="rect">
            <a:avLst/>
          </a:prstGeom>
          <a:noFill/>
          <a:ln>
            <a:noFill/>
          </a:ln>
        </p:spPr>
        <p:style>
          <a:lnRef idx="0"/>
          <a:fillRef idx="0"/>
          <a:effectRef idx="0"/>
          <a:fontRef idx="minor"/>
        </p:style>
        <p:txBody>
          <a:bodyPr lIns="0" rIns="0" tIns="12600" bIns="0">
            <a:spAutoFit/>
          </a:bodyPr>
          <a:p>
            <a:pPr marL="355680" indent="-342000">
              <a:lnSpc>
                <a:spcPct val="100000"/>
              </a:lnSpc>
              <a:spcBef>
                <a:spcPts val="99"/>
              </a:spcBef>
              <a:buClr>
                <a:srgbClr val="330066"/>
              </a:buClr>
              <a:buSzPct val="69000"/>
              <a:buFont typeface="Wingdings" charset="2"/>
              <a:buChar char=""/>
              <a:tabLst>
                <a:tab algn="l" pos="354960"/>
                <a:tab algn="l" pos="355680"/>
              </a:tabLst>
            </a:pPr>
            <a:r>
              <a:rPr b="0" lang="en-US" sz="2400" spc="-1" strike="noStrike">
                <a:solidFill>
                  <a:srgbClr val="000000"/>
                </a:solidFill>
                <a:latin typeface="Arial"/>
                <a:ea typeface="DejaVu Sans"/>
              </a:rPr>
              <a:t>The</a:t>
            </a:r>
            <a:r>
              <a:rPr b="0" lang="en-US" sz="2400" spc="-7" strike="noStrike">
                <a:solidFill>
                  <a:srgbClr val="000000"/>
                </a:solidFill>
                <a:latin typeface="Arial"/>
                <a:ea typeface="DejaVu Sans"/>
              </a:rPr>
              <a:t> grid—as</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the </a:t>
            </a:r>
            <a:r>
              <a:rPr b="0" lang="en-US" sz="2400" spc="-7" strike="noStrike">
                <a:solidFill>
                  <a:srgbClr val="000000"/>
                </a:solidFill>
                <a:latin typeface="Arial"/>
                <a:ea typeface="DejaVu Sans"/>
              </a:rPr>
              <a:t>name</a:t>
            </a:r>
            <a:r>
              <a:rPr b="0" lang="en-US" sz="2400" spc="18" strike="noStrike">
                <a:solidFill>
                  <a:srgbClr val="000000"/>
                </a:solidFill>
                <a:latin typeface="Arial"/>
                <a:ea typeface="DejaVu Sans"/>
              </a:rPr>
              <a:t> </a:t>
            </a:r>
            <a:r>
              <a:rPr b="0" lang="en-US" sz="2400" spc="-7" strike="noStrike">
                <a:solidFill>
                  <a:srgbClr val="000000"/>
                </a:solidFill>
                <a:latin typeface="Arial"/>
                <a:ea typeface="DejaVu Sans"/>
              </a:rPr>
              <a:t>suggests—treats the</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parent </a:t>
            </a:r>
            <a:r>
              <a:rPr b="0" lang="en-US" sz="2400" spc="-650" strike="noStrike">
                <a:solidFill>
                  <a:srgbClr val="000000"/>
                </a:solidFill>
                <a:latin typeface="Arial"/>
                <a:ea typeface="DejaVu Sans"/>
              </a:rPr>
              <a:t> </a:t>
            </a:r>
            <a:r>
              <a:rPr b="0" lang="en-US" sz="2400" spc="-7" strike="noStrike">
                <a:solidFill>
                  <a:srgbClr val="000000"/>
                </a:solidFill>
                <a:latin typeface="Arial"/>
                <a:ea typeface="DejaVu Sans"/>
              </a:rPr>
              <a:t>widget</a:t>
            </a:r>
            <a:r>
              <a:rPr b="0" lang="en-US" sz="2400" spc="7" strike="noStrike">
                <a:solidFill>
                  <a:srgbClr val="000000"/>
                </a:solidFill>
                <a:latin typeface="Arial"/>
                <a:ea typeface="DejaVu Sans"/>
              </a:rPr>
              <a:t> </a:t>
            </a:r>
            <a:r>
              <a:rPr b="0" lang="en-US" sz="2400" spc="-7" strike="noStrike">
                <a:solidFill>
                  <a:srgbClr val="000000"/>
                </a:solidFill>
                <a:latin typeface="Arial"/>
                <a:ea typeface="DejaVu Sans"/>
              </a:rPr>
              <a:t>as</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a</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grid</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containing</a:t>
            </a:r>
            <a:r>
              <a:rPr b="0" lang="en-US" sz="2400" spc="26" strike="noStrike">
                <a:solidFill>
                  <a:srgbClr val="000000"/>
                </a:solidFill>
                <a:latin typeface="Arial"/>
                <a:ea typeface="DejaVu Sans"/>
              </a:rPr>
              <a:t> </a:t>
            </a:r>
            <a:r>
              <a:rPr b="0" lang="en-US" sz="2400" spc="-7" strike="noStrike">
                <a:solidFill>
                  <a:srgbClr val="000000"/>
                </a:solidFill>
                <a:latin typeface="Arial"/>
                <a:ea typeface="DejaVu Sans"/>
              </a:rPr>
              <a:t>rows</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and</a:t>
            </a:r>
            <a:r>
              <a:rPr b="0" lang="en-US" sz="2400" spc="4" strike="noStrike">
                <a:solidFill>
                  <a:srgbClr val="000000"/>
                </a:solidFill>
                <a:latin typeface="Arial"/>
                <a:ea typeface="DejaVu Sans"/>
              </a:rPr>
              <a:t> </a:t>
            </a:r>
            <a:r>
              <a:rPr b="0" lang="en-US" sz="2400" spc="-7" strike="noStrike">
                <a:solidFill>
                  <a:srgbClr val="000000"/>
                </a:solidFill>
                <a:latin typeface="Arial"/>
                <a:ea typeface="DejaVu Sans"/>
              </a:rPr>
              <a:t>columns</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of </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cells.</a:t>
            </a:r>
            <a:endParaRPr b="0" lang="en-US" sz="2400" spc="-1" strike="noStrike">
              <a:latin typeface="Arial"/>
            </a:endParaRPr>
          </a:p>
          <a:p>
            <a:pPr lvl="1" marL="704160" indent="-347040">
              <a:lnSpc>
                <a:spcPct val="100000"/>
              </a:lnSpc>
              <a:spcBef>
                <a:spcPts val="485"/>
              </a:spcBef>
              <a:buClr>
                <a:srgbClr val="669999"/>
              </a:buClr>
              <a:buSzPct val="70000"/>
              <a:buFont typeface="Wingdings" charset="2"/>
              <a:buChar char=""/>
              <a:tabLst>
                <a:tab algn="l" pos="704160"/>
                <a:tab algn="l" pos="704880"/>
              </a:tabLst>
            </a:pPr>
            <a:r>
              <a:rPr b="0" lang="en-US" sz="2000" spc="-1" strike="noStrike">
                <a:solidFill>
                  <a:srgbClr val="000000"/>
                </a:solidFill>
                <a:latin typeface="Arial"/>
                <a:ea typeface="DejaVu Sans"/>
              </a:rPr>
              <a:t>If</a:t>
            </a:r>
            <a:r>
              <a:rPr b="0" lang="en-US" sz="2000" spc="-35" strike="noStrike">
                <a:solidFill>
                  <a:srgbClr val="000000"/>
                </a:solidFill>
                <a:latin typeface="Arial"/>
                <a:ea typeface="DejaVu Sans"/>
              </a:rPr>
              <a:t> </a:t>
            </a:r>
            <a:r>
              <a:rPr b="0" lang="en-US" sz="2000" spc="-1" strike="noStrike">
                <a:solidFill>
                  <a:srgbClr val="000000"/>
                </a:solidFill>
                <a:latin typeface="Arial"/>
                <a:ea typeface="DejaVu Sans"/>
              </a:rPr>
              <a:t>you</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are</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familiar</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with</a:t>
            </a:r>
            <a:r>
              <a:rPr b="0" lang="en-US" sz="2000" spc="-7" strike="noStrike">
                <a:solidFill>
                  <a:srgbClr val="000000"/>
                </a:solidFill>
                <a:latin typeface="Arial"/>
                <a:ea typeface="DejaVu Sans"/>
              </a:rPr>
              <a:t> </a:t>
            </a:r>
            <a:r>
              <a:rPr b="0" lang="en-US" sz="2000" spc="-1" strike="noStrike">
                <a:solidFill>
                  <a:srgbClr val="000000"/>
                </a:solidFill>
                <a:latin typeface="Arial"/>
                <a:ea typeface="DejaVu Sans"/>
              </a:rPr>
              <a:t>spreadsheet</a:t>
            </a:r>
            <a:r>
              <a:rPr b="0" lang="en-US" sz="2000" spc="-46" strike="noStrike">
                <a:solidFill>
                  <a:srgbClr val="000000"/>
                </a:solidFill>
                <a:latin typeface="Arial"/>
                <a:ea typeface="DejaVu Sans"/>
              </a:rPr>
              <a:t> </a:t>
            </a:r>
            <a:r>
              <a:rPr b="0" lang="en-US" sz="2000" spc="-1" strike="noStrike">
                <a:solidFill>
                  <a:srgbClr val="000000"/>
                </a:solidFill>
                <a:latin typeface="Arial"/>
                <a:ea typeface="DejaVu Sans"/>
              </a:rPr>
              <a:t>software,</a:t>
            </a:r>
            <a:r>
              <a:rPr b="0" lang="en-US" sz="2000" spc="-52" strike="noStrike">
                <a:solidFill>
                  <a:srgbClr val="000000"/>
                </a:solidFill>
                <a:latin typeface="Arial"/>
                <a:ea typeface="DejaVu Sans"/>
              </a:rPr>
              <a:t> </a:t>
            </a:r>
            <a:r>
              <a:rPr b="0" lang="en-US" sz="2000" spc="-1" strike="noStrike">
                <a:solidFill>
                  <a:srgbClr val="000000"/>
                </a:solidFill>
                <a:latin typeface="Arial"/>
                <a:ea typeface="DejaVu Sans"/>
              </a:rPr>
              <a:t>grid</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will work</a:t>
            </a:r>
            <a:r>
              <a:rPr b="0" lang="en-US" sz="2000" spc="-32" strike="noStrike">
                <a:solidFill>
                  <a:srgbClr val="000000"/>
                </a:solidFill>
                <a:latin typeface="Arial"/>
                <a:ea typeface="DejaVu Sans"/>
              </a:rPr>
              <a:t> </a:t>
            </a:r>
            <a:r>
              <a:rPr b="0" lang="en-US" sz="2000" spc="-1" strike="noStrike">
                <a:solidFill>
                  <a:srgbClr val="000000"/>
                </a:solidFill>
                <a:latin typeface="Arial"/>
                <a:ea typeface="DejaVu Sans"/>
              </a:rPr>
              <a:t>in </a:t>
            </a:r>
            <a:r>
              <a:rPr b="0" lang="en-US" sz="2000" spc="-542" strike="noStrike">
                <a:solidFill>
                  <a:srgbClr val="000000"/>
                </a:solidFill>
                <a:latin typeface="Arial"/>
                <a:ea typeface="DejaVu Sans"/>
              </a:rPr>
              <a:t> </a:t>
            </a:r>
            <a:r>
              <a:rPr b="0" lang="en-US" sz="2000" spc="-1" strike="noStrike">
                <a:solidFill>
                  <a:srgbClr val="000000"/>
                </a:solidFill>
                <a:latin typeface="Arial"/>
                <a:ea typeface="DejaVu Sans"/>
              </a:rPr>
              <a:t>the same way. The grid lines will not be visible, they are just  conceptual.</a:t>
            </a:r>
            <a:endParaRPr b="0" lang="en-US" sz="2000" spc="-1" strike="noStrike">
              <a:latin typeface="Arial"/>
            </a:endParaRPr>
          </a:p>
          <a:p>
            <a:pPr lvl="1" marL="704160" indent="-347040">
              <a:lnSpc>
                <a:spcPct val="100000"/>
              </a:lnSpc>
              <a:spcBef>
                <a:spcPts val="479"/>
              </a:spcBef>
              <a:buClr>
                <a:srgbClr val="669999"/>
              </a:buClr>
              <a:buSzPct val="70000"/>
              <a:buFont typeface="Wingdings" charset="2"/>
              <a:buChar char=""/>
              <a:tabLst>
                <a:tab algn="l" pos="704160"/>
                <a:tab algn="l" pos="704880"/>
              </a:tabLst>
            </a:pPr>
            <a:r>
              <a:rPr b="0" lang="en-US" sz="2000" spc="-1" strike="noStrike">
                <a:solidFill>
                  <a:srgbClr val="000000"/>
                </a:solidFill>
                <a:latin typeface="Arial"/>
                <a:ea typeface="DejaVu Sans"/>
              </a:rPr>
              <a:t>To specify</a:t>
            </a:r>
            <a:r>
              <a:rPr b="0" lang="en-US" sz="2000" spc="-52" strike="noStrike">
                <a:solidFill>
                  <a:srgbClr val="000000"/>
                </a:solidFill>
                <a:latin typeface="Arial"/>
                <a:ea typeface="DejaVu Sans"/>
              </a:rPr>
              <a:t> </a:t>
            </a:r>
            <a:r>
              <a:rPr b="0" lang="en-US" sz="2000" spc="-1" strike="noStrike">
                <a:solidFill>
                  <a:srgbClr val="000000"/>
                </a:solidFill>
                <a:latin typeface="Arial"/>
                <a:ea typeface="DejaVu Sans"/>
              </a:rPr>
              <a:t>the</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position</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within </a:t>
            </a:r>
            <a:r>
              <a:rPr b="0" lang="en-US" sz="2000" spc="-7" strike="noStrike">
                <a:solidFill>
                  <a:srgbClr val="000000"/>
                </a:solidFill>
                <a:latin typeface="Arial"/>
                <a:ea typeface="DejaVu Sans"/>
              </a:rPr>
              <a:t>the</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grid,</a:t>
            </a:r>
            <a:r>
              <a:rPr b="0" lang="en-US" sz="2000" spc="-26" strike="noStrike">
                <a:solidFill>
                  <a:srgbClr val="000000"/>
                </a:solidFill>
                <a:latin typeface="Arial"/>
                <a:ea typeface="DejaVu Sans"/>
              </a:rPr>
              <a:t> </a:t>
            </a:r>
            <a:r>
              <a:rPr b="0" lang="en-US" sz="2000" spc="-1" strike="noStrike">
                <a:solidFill>
                  <a:srgbClr val="000000"/>
                </a:solidFill>
                <a:latin typeface="Arial"/>
                <a:ea typeface="DejaVu Sans"/>
              </a:rPr>
              <a:t>the</a:t>
            </a:r>
            <a:r>
              <a:rPr b="0" lang="en-US" sz="2000" spc="-12" strike="noStrike">
                <a:solidFill>
                  <a:srgbClr val="000000"/>
                </a:solidFill>
                <a:latin typeface="Arial"/>
                <a:ea typeface="DejaVu Sans"/>
              </a:rPr>
              <a:t> </a:t>
            </a:r>
            <a:r>
              <a:rPr b="0" lang="en-US" sz="2000" spc="-1" strike="noStrike">
                <a:solidFill>
                  <a:srgbClr val="ff0000"/>
                </a:solidFill>
                <a:latin typeface="Arial"/>
                <a:ea typeface="DejaVu Sans"/>
              </a:rPr>
              <a:t>row</a:t>
            </a:r>
            <a:r>
              <a:rPr b="0" lang="en-US" sz="2000" spc="-12" strike="noStrike">
                <a:solidFill>
                  <a:srgbClr val="ff0000"/>
                </a:solidFill>
                <a:latin typeface="Arial"/>
                <a:ea typeface="DejaVu Sans"/>
              </a:rPr>
              <a:t> </a:t>
            </a:r>
            <a:r>
              <a:rPr b="0" lang="en-US" sz="2000" spc="-1" strike="noStrike">
                <a:solidFill>
                  <a:srgbClr val="000000"/>
                </a:solidFill>
                <a:latin typeface="Arial"/>
                <a:ea typeface="DejaVu Sans"/>
              </a:rPr>
              <a:t>and</a:t>
            </a:r>
            <a:r>
              <a:rPr b="0" lang="en-US" sz="2000" spc="-15" strike="noStrike">
                <a:solidFill>
                  <a:srgbClr val="000000"/>
                </a:solidFill>
                <a:latin typeface="Arial"/>
                <a:ea typeface="DejaVu Sans"/>
              </a:rPr>
              <a:t> </a:t>
            </a:r>
            <a:r>
              <a:rPr b="0" lang="en-US" sz="2000" spc="-1" strike="noStrike">
                <a:solidFill>
                  <a:srgbClr val="ff0000"/>
                </a:solidFill>
                <a:latin typeface="Arial"/>
                <a:ea typeface="DejaVu Sans"/>
              </a:rPr>
              <a:t>column </a:t>
            </a:r>
            <a:r>
              <a:rPr b="0" lang="en-US" sz="2000" spc="-542" strike="noStrike">
                <a:solidFill>
                  <a:srgbClr val="ff0000"/>
                </a:solidFill>
                <a:latin typeface="Arial"/>
                <a:ea typeface="DejaVu Sans"/>
              </a:rPr>
              <a:t> </a:t>
            </a:r>
            <a:r>
              <a:rPr b="0" lang="en-US" sz="2000" spc="-1" strike="noStrike">
                <a:solidFill>
                  <a:srgbClr val="000000"/>
                </a:solidFill>
                <a:latin typeface="Arial"/>
                <a:ea typeface="DejaVu Sans"/>
              </a:rPr>
              <a:t>keywords</a:t>
            </a:r>
            <a:r>
              <a:rPr b="0" lang="en-US" sz="2000" spc="-41" strike="noStrike">
                <a:solidFill>
                  <a:srgbClr val="000000"/>
                </a:solidFill>
                <a:latin typeface="Arial"/>
                <a:ea typeface="DejaVu Sans"/>
              </a:rPr>
              <a:t> </a:t>
            </a:r>
            <a:r>
              <a:rPr b="0" lang="en-US" sz="2000" spc="-1" strike="noStrike">
                <a:solidFill>
                  <a:srgbClr val="000000"/>
                </a:solidFill>
                <a:latin typeface="Arial"/>
                <a:ea typeface="DejaVu Sans"/>
              </a:rPr>
              <a:t>are</a:t>
            </a:r>
            <a:r>
              <a:rPr b="0" lang="en-US" sz="2000" spc="-32" strike="noStrike">
                <a:solidFill>
                  <a:srgbClr val="000000"/>
                </a:solidFill>
                <a:latin typeface="Arial"/>
                <a:ea typeface="DejaVu Sans"/>
              </a:rPr>
              <a:t> </a:t>
            </a:r>
            <a:r>
              <a:rPr b="0" lang="en-US" sz="2000" spc="-1" strike="noStrike">
                <a:solidFill>
                  <a:srgbClr val="000000"/>
                </a:solidFill>
                <a:latin typeface="Arial"/>
                <a:ea typeface="DejaVu Sans"/>
              </a:rPr>
              <a:t>used.</a:t>
            </a:r>
            <a:endParaRPr b="0" lang="en-US" sz="2000" spc="-1" strike="noStrike">
              <a:latin typeface="Arial"/>
            </a:endParaRPr>
          </a:p>
          <a:p>
            <a:pPr lvl="1" marL="704160" indent="-347040">
              <a:lnSpc>
                <a:spcPct val="100000"/>
              </a:lnSpc>
              <a:spcBef>
                <a:spcPts val="479"/>
              </a:spcBef>
              <a:buClr>
                <a:srgbClr val="669999"/>
              </a:buClr>
              <a:buSzPct val="70000"/>
              <a:buFont typeface="Wingdings" charset="2"/>
              <a:buChar char=""/>
              <a:tabLst>
                <a:tab algn="l" pos="704160"/>
                <a:tab algn="l" pos="704880"/>
              </a:tabLst>
            </a:pPr>
            <a:r>
              <a:rPr b="0" lang="en-US" sz="2000" spc="-1" strike="noStrike">
                <a:solidFill>
                  <a:srgbClr val="000000"/>
                </a:solidFill>
                <a:latin typeface="Arial"/>
                <a:ea typeface="DejaVu Sans"/>
              </a:rPr>
              <a:t>These accept integer values and begin at 0, not 1. A widget  placed with </a:t>
            </a:r>
            <a:r>
              <a:rPr b="0" lang="en-US" sz="2000" spc="-1" strike="noStrike">
                <a:solidFill>
                  <a:srgbClr val="ff0000"/>
                </a:solidFill>
                <a:latin typeface="Arial"/>
                <a:ea typeface="DejaVu Sans"/>
              </a:rPr>
              <a:t>grid(row=0, column=0) </a:t>
            </a:r>
            <a:r>
              <a:rPr b="0" lang="en-US" sz="2000" spc="-1" strike="noStrike">
                <a:solidFill>
                  <a:srgbClr val="000000"/>
                </a:solidFill>
                <a:latin typeface="Arial"/>
                <a:ea typeface="DejaVu Sans"/>
              </a:rPr>
              <a:t>will be to the left of a  widget</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at</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grid(row=0,</a:t>
            </a:r>
            <a:r>
              <a:rPr b="0" lang="en-US" sz="2000" spc="-46" strike="noStrike">
                <a:solidFill>
                  <a:srgbClr val="000000"/>
                </a:solidFill>
                <a:latin typeface="Arial"/>
                <a:ea typeface="DejaVu Sans"/>
              </a:rPr>
              <a:t> </a:t>
            </a:r>
            <a:r>
              <a:rPr b="0" lang="en-US" sz="2000" spc="-1" strike="noStrike">
                <a:solidFill>
                  <a:srgbClr val="000000"/>
                </a:solidFill>
                <a:latin typeface="Arial"/>
                <a:ea typeface="DejaVu Sans"/>
              </a:rPr>
              <a:t>column=1).</a:t>
            </a:r>
            <a:r>
              <a:rPr b="0" lang="en-US" sz="2000" spc="-55" strike="noStrike">
                <a:solidFill>
                  <a:srgbClr val="000000"/>
                </a:solidFill>
                <a:latin typeface="Arial"/>
                <a:ea typeface="DejaVu Sans"/>
              </a:rPr>
              <a:t> </a:t>
            </a:r>
            <a:r>
              <a:rPr b="0" lang="en-US" sz="2000" spc="-1" strike="noStrike">
                <a:solidFill>
                  <a:srgbClr val="000000"/>
                </a:solidFill>
                <a:latin typeface="Arial"/>
                <a:ea typeface="DejaVu Sans"/>
              </a:rPr>
              <a:t>Underneath</a:t>
            </a:r>
            <a:r>
              <a:rPr b="0" lang="en-US" sz="2000" spc="-55" strike="noStrike">
                <a:solidFill>
                  <a:srgbClr val="000000"/>
                </a:solidFill>
                <a:latin typeface="Arial"/>
                <a:ea typeface="DejaVu Sans"/>
              </a:rPr>
              <a:t> </a:t>
            </a:r>
            <a:r>
              <a:rPr b="0" lang="en-US" sz="2000" spc="-1" strike="noStrike">
                <a:solidFill>
                  <a:srgbClr val="000000"/>
                </a:solidFill>
                <a:latin typeface="Arial"/>
                <a:ea typeface="DejaVu Sans"/>
              </a:rPr>
              <a:t>these</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would</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sit </a:t>
            </a:r>
            <a:r>
              <a:rPr b="0" lang="en-US" sz="2000" spc="-542" strike="noStrike">
                <a:solidFill>
                  <a:srgbClr val="000000"/>
                </a:solidFill>
                <a:latin typeface="Arial"/>
                <a:ea typeface="DejaVu Sans"/>
              </a:rPr>
              <a:t> </a:t>
            </a:r>
            <a:r>
              <a:rPr b="0" lang="en-US" sz="2000" spc="-1" strike="noStrike">
                <a:solidFill>
                  <a:srgbClr val="000000"/>
                </a:solidFill>
                <a:latin typeface="Arial"/>
                <a:ea typeface="DejaVu Sans"/>
              </a:rPr>
              <a:t>a</a:t>
            </a:r>
            <a:r>
              <a:rPr b="0" lang="en-US" sz="2000" spc="-7" strike="noStrike">
                <a:solidFill>
                  <a:srgbClr val="000000"/>
                </a:solidFill>
                <a:latin typeface="Arial"/>
                <a:ea typeface="DejaVu Sans"/>
              </a:rPr>
              <a:t> </a:t>
            </a:r>
            <a:r>
              <a:rPr b="0" lang="en-US" sz="2000" spc="-1" strike="noStrike">
                <a:solidFill>
                  <a:srgbClr val="000000"/>
                </a:solidFill>
                <a:latin typeface="Arial"/>
                <a:ea typeface="DejaVu Sans"/>
              </a:rPr>
              <a:t>widget</a:t>
            </a:r>
            <a:r>
              <a:rPr b="0" lang="en-US" sz="2000" spc="-26" strike="noStrike">
                <a:solidFill>
                  <a:srgbClr val="000000"/>
                </a:solidFill>
                <a:latin typeface="Arial"/>
                <a:ea typeface="DejaVu Sans"/>
              </a:rPr>
              <a:t> </a:t>
            </a:r>
            <a:r>
              <a:rPr b="0" lang="en-US" sz="2000" spc="-1" strike="noStrike">
                <a:solidFill>
                  <a:srgbClr val="000000"/>
                </a:solidFill>
                <a:latin typeface="Arial"/>
                <a:ea typeface="DejaVu Sans"/>
              </a:rPr>
              <a:t>placed</a:t>
            </a:r>
            <a:r>
              <a:rPr b="0" lang="en-US" sz="2000" spc="-26" strike="noStrike">
                <a:solidFill>
                  <a:srgbClr val="000000"/>
                </a:solidFill>
                <a:latin typeface="Arial"/>
                <a:ea typeface="DejaVu Sans"/>
              </a:rPr>
              <a:t> </a:t>
            </a:r>
            <a:r>
              <a:rPr b="0" lang="en-US" sz="2000" spc="-1" strike="noStrike">
                <a:solidFill>
                  <a:srgbClr val="000000"/>
                </a:solidFill>
                <a:latin typeface="Arial"/>
                <a:ea typeface="DejaVu Sans"/>
              </a:rPr>
              <a:t>at</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grid(row=1,</a:t>
            </a:r>
            <a:r>
              <a:rPr b="0" lang="en-US" sz="2000" spc="-52" strike="noStrike">
                <a:solidFill>
                  <a:srgbClr val="000000"/>
                </a:solidFill>
                <a:latin typeface="Arial"/>
                <a:ea typeface="DejaVu Sans"/>
              </a:rPr>
              <a:t> </a:t>
            </a:r>
            <a:r>
              <a:rPr b="0" lang="en-US" sz="2000" spc="-1" strike="noStrike">
                <a:solidFill>
                  <a:srgbClr val="000000"/>
                </a:solidFill>
                <a:latin typeface="Arial"/>
                <a:ea typeface="DejaVu Sans"/>
              </a:rPr>
              <a:t>column=0).</a:t>
            </a:r>
            <a:endParaRPr b="0" lang="en-US" sz="2000" spc="-1" strike="noStrike">
              <a:latin typeface="Arial"/>
            </a:endParaRPr>
          </a:p>
          <a:p>
            <a:pPr lvl="1" marL="704160" indent="-347040">
              <a:lnSpc>
                <a:spcPct val="100000"/>
              </a:lnSpc>
              <a:spcBef>
                <a:spcPts val="485"/>
              </a:spcBef>
              <a:buClr>
                <a:srgbClr val="669999"/>
              </a:buClr>
              <a:buSzPct val="70000"/>
              <a:buFont typeface="Wingdings" charset="2"/>
              <a:buChar char=""/>
              <a:tabLst>
                <a:tab algn="l" pos="704160"/>
                <a:tab algn="l" pos="704880"/>
              </a:tabLst>
            </a:pPr>
            <a:r>
              <a:rPr b="0" lang="en-US" sz="2000" spc="-1" strike="noStrike">
                <a:solidFill>
                  <a:srgbClr val="000000"/>
                </a:solidFill>
                <a:latin typeface="Arial"/>
                <a:ea typeface="DejaVu Sans"/>
              </a:rPr>
              <a:t>To make</a:t>
            </a:r>
            <a:r>
              <a:rPr b="0" lang="en-US" sz="2000" spc="-26" strike="noStrike">
                <a:solidFill>
                  <a:srgbClr val="000000"/>
                </a:solidFill>
                <a:latin typeface="Arial"/>
                <a:ea typeface="DejaVu Sans"/>
              </a:rPr>
              <a:t> </a:t>
            </a:r>
            <a:r>
              <a:rPr b="0" lang="en-US" sz="2000" spc="-1" strike="noStrike">
                <a:solidFill>
                  <a:srgbClr val="000000"/>
                </a:solidFill>
                <a:latin typeface="Arial"/>
                <a:ea typeface="DejaVu Sans"/>
              </a:rPr>
              <a:t>a</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widget</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span</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more</a:t>
            </a:r>
            <a:r>
              <a:rPr b="0" lang="en-US" sz="2000" spc="-26" strike="noStrike">
                <a:solidFill>
                  <a:srgbClr val="000000"/>
                </a:solidFill>
                <a:latin typeface="Arial"/>
                <a:ea typeface="DejaVu Sans"/>
              </a:rPr>
              <a:t> </a:t>
            </a:r>
            <a:r>
              <a:rPr b="0" lang="en-US" sz="2000" spc="-1" strike="noStrike">
                <a:solidFill>
                  <a:srgbClr val="000000"/>
                </a:solidFill>
                <a:latin typeface="Arial"/>
                <a:ea typeface="DejaVu Sans"/>
              </a:rPr>
              <a:t>than</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one</a:t>
            </a:r>
            <a:r>
              <a:rPr b="0" lang="en-US" sz="2000" spc="-26" strike="noStrike">
                <a:solidFill>
                  <a:srgbClr val="000000"/>
                </a:solidFill>
                <a:latin typeface="Arial"/>
                <a:ea typeface="DejaVu Sans"/>
              </a:rPr>
              <a:t> </a:t>
            </a:r>
            <a:r>
              <a:rPr b="0" lang="en-US" sz="2000" spc="-1" strike="noStrike">
                <a:solidFill>
                  <a:srgbClr val="000000"/>
                </a:solidFill>
                <a:latin typeface="Arial"/>
                <a:ea typeface="DejaVu Sans"/>
              </a:rPr>
              <a:t>cell, use </a:t>
            </a:r>
            <a:r>
              <a:rPr b="0" lang="en-US" sz="2000" spc="-1" strike="noStrike">
                <a:solidFill>
                  <a:srgbClr val="ff0000"/>
                </a:solidFill>
                <a:latin typeface="Arial"/>
                <a:ea typeface="DejaVu Sans"/>
              </a:rPr>
              <a:t>columnspan </a:t>
            </a:r>
            <a:r>
              <a:rPr b="0" lang="en-US" sz="2000" spc="-542" strike="noStrike">
                <a:solidFill>
                  <a:srgbClr val="ff0000"/>
                </a:solidFill>
                <a:latin typeface="Arial"/>
                <a:ea typeface="DejaVu Sans"/>
              </a:rPr>
              <a:t> </a:t>
            </a:r>
            <a:r>
              <a:rPr b="0" lang="en-US" sz="2000" spc="-1" strike="noStrike">
                <a:solidFill>
                  <a:srgbClr val="000000"/>
                </a:solidFill>
                <a:latin typeface="Arial"/>
                <a:ea typeface="DejaVu Sans"/>
              </a:rPr>
              <a:t>for a horizontal size increase and </a:t>
            </a:r>
            <a:r>
              <a:rPr b="0" lang="en-US" sz="2000" spc="-1" strike="noStrike">
                <a:solidFill>
                  <a:srgbClr val="ff0000"/>
                </a:solidFill>
                <a:latin typeface="Arial"/>
                <a:ea typeface="DejaVu Sans"/>
              </a:rPr>
              <a:t>rowspan </a:t>
            </a:r>
            <a:r>
              <a:rPr b="0" lang="en-US" sz="2000" spc="-1" strike="noStrike">
                <a:solidFill>
                  <a:srgbClr val="000000"/>
                </a:solidFill>
                <a:latin typeface="Arial"/>
                <a:ea typeface="DejaVu Sans"/>
              </a:rPr>
              <a:t>for a vertical  increase. So, </a:t>
            </a:r>
            <a:r>
              <a:rPr b="0" lang="en-US" sz="2000" spc="-7" strike="noStrike">
                <a:solidFill>
                  <a:srgbClr val="000000"/>
                </a:solidFill>
                <a:latin typeface="Arial"/>
                <a:ea typeface="DejaVu Sans"/>
              </a:rPr>
              <a:t>to </a:t>
            </a:r>
            <a:r>
              <a:rPr b="0" lang="en-US" sz="2000" spc="-1" strike="noStrike">
                <a:solidFill>
                  <a:srgbClr val="000000"/>
                </a:solidFill>
                <a:latin typeface="Arial"/>
                <a:ea typeface="DejaVu Sans"/>
              </a:rPr>
              <a:t>make our hypothetical bottom widget sit  below both, the full argument set would be </a:t>
            </a:r>
            <a:r>
              <a:rPr b="0" lang="en-US" sz="2000" spc="-1" strike="noStrike">
                <a:solidFill>
                  <a:srgbClr val="ff0000"/>
                </a:solidFill>
                <a:latin typeface="Arial"/>
                <a:ea typeface="DejaVu Sans"/>
              </a:rPr>
              <a:t>grid(row=1,  column=0,</a:t>
            </a:r>
            <a:r>
              <a:rPr b="0" lang="en-US" sz="2000" spc="-52" strike="noStrike">
                <a:solidFill>
                  <a:srgbClr val="ff0000"/>
                </a:solidFill>
                <a:latin typeface="Arial"/>
                <a:ea typeface="DejaVu Sans"/>
              </a:rPr>
              <a:t> </a:t>
            </a:r>
            <a:r>
              <a:rPr b="0" lang="en-US" sz="2000" spc="-1" strike="noStrike">
                <a:solidFill>
                  <a:srgbClr val="ff0000"/>
                </a:solidFill>
                <a:latin typeface="Arial"/>
                <a:ea typeface="DejaVu Sans"/>
              </a:rPr>
              <a:t>columnspan=2)</a:t>
            </a:r>
            <a:r>
              <a:rPr b="0" lang="en-US" sz="2000" spc="-1" strike="noStrike">
                <a:solidFill>
                  <a:srgbClr val="000000"/>
                </a:solidFill>
                <a:latin typeface="Arial"/>
                <a:ea typeface="DejaVu Sans"/>
              </a:rPr>
              <a:t>.</a:t>
            </a:r>
            <a:endParaRPr b="0" lang="en-US" sz="2000" spc="-1" strike="noStrike">
              <a:latin typeface="Arial"/>
            </a:endParaRPr>
          </a:p>
        </p:txBody>
      </p:sp>
      <p:pic>
        <p:nvPicPr>
          <p:cNvPr id="341" name="object 5" descr=""/>
          <p:cNvPicPr/>
          <p:nvPr/>
        </p:nvPicPr>
        <p:blipFill>
          <a:blip r:embed="rId2"/>
          <a:stretch/>
        </p:blipFill>
        <p:spPr>
          <a:xfrm>
            <a:off x="8658000" y="3634920"/>
            <a:ext cx="3008880" cy="1294200"/>
          </a:xfrm>
          <a:prstGeom prst="rect">
            <a:avLst/>
          </a:prstGeom>
          <a:ln>
            <a:noFill/>
          </a:ln>
        </p:spPr>
      </p:pic>
      <p:pic>
        <p:nvPicPr>
          <p:cNvPr id="342" name="object 6" descr=""/>
          <p:cNvPicPr/>
          <p:nvPr/>
        </p:nvPicPr>
        <p:blipFill>
          <a:blip r:embed="rId3"/>
          <a:stretch/>
        </p:blipFill>
        <p:spPr>
          <a:xfrm>
            <a:off x="8353080" y="1839600"/>
            <a:ext cx="3763080" cy="1382760"/>
          </a:xfrm>
          <a:prstGeom prst="rect">
            <a:avLst/>
          </a:prstGeom>
          <a:ln>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CustomShape 1"/>
          <p:cNvSpPr/>
          <p:nvPr/>
        </p:nvSpPr>
        <p:spPr>
          <a:xfrm>
            <a:off x="688320" y="89640"/>
            <a:ext cx="10263240" cy="6174000"/>
          </a:xfrm>
          <a:prstGeom prst="rect">
            <a:avLst/>
          </a:prstGeom>
          <a:noFill/>
          <a:ln>
            <a:noFill/>
          </a:ln>
        </p:spPr>
        <p:style>
          <a:lnRef idx="0"/>
          <a:fillRef idx="0"/>
          <a:effectRef idx="0"/>
          <a:fontRef idx="minor"/>
        </p:style>
        <p:txBody>
          <a:bodyPr lIns="0" rIns="0" tIns="98280" bIns="0">
            <a:spAutoFit/>
          </a:bodyPr>
          <a:p>
            <a:pPr marL="355680" indent="-342000">
              <a:lnSpc>
                <a:spcPct val="100000"/>
              </a:lnSpc>
              <a:spcBef>
                <a:spcPts val="774"/>
              </a:spcBef>
              <a:buClr>
                <a:srgbClr val="330066"/>
              </a:buClr>
              <a:buSzPct val="70000"/>
              <a:buFont typeface="Wingdings" charset="2"/>
              <a:buChar char=""/>
              <a:tabLst>
                <a:tab algn="l" pos="354960"/>
                <a:tab algn="l" pos="355680"/>
              </a:tabLst>
            </a:pPr>
            <a:r>
              <a:rPr b="0" lang="en-US" sz="2800" spc="-1" strike="noStrike">
                <a:solidFill>
                  <a:srgbClr val="000000"/>
                </a:solidFill>
                <a:latin typeface="Arial"/>
                <a:ea typeface="DejaVu Sans"/>
              </a:rPr>
              <a:t>Syntax</a:t>
            </a:r>
            <a:endParaRPr b="0" lang="en-US" sz="2800" spc="-1" strike="noStrike">
              <a:latin typeface="Arial"/>
            </a:endParaRPr>
          </a:p>
          <a:p>
            <a:pPr marL="355680" indent="-342000">
              <a:lnSpc>
                <a:spcPct val="100000"/>
              </a:lnSpc>
              <a:spcBef>
                <a:spcPts val="675"/>
              </a:spcBef>
              <a:buClr>
                <a:srgbClr val="330066"/>
              </a:buClr>
              <a:buSzPct val="70000"/>
              <a:buFont typeface="Wingdings" charset="2"/>
              <a:buChar char=""/>
              <a:tabLst>
                <a:tab algn="l" pos="354960"/>
                <a:tab algn="l" pos="355680"/>
              </a:tabLst>
            </a:pPr>
            <a:r>
              <a:rPr b="0" lang="en-US" sz="2800" spc="-1" strike="noStrike">
                <a:solidFill>
                  <a:srgbClr val="000000"/>
                </a:solidFill>
                <a:latin typeface="Arial"/>
                <a:ea typeface="DejaVu Sans"/>
              </a:rPr>
              <a:t>widget.grid(options)</a:t>
            </a:r>
            <a:endParaRPr b="0" lang="en-US" sz="2800" spc="-1" strike="noStrike">
              <a:latin typeface="Arial"/>
            </a:endParaRPr>
          </a:p>
          <a:p>
            <a:pPr lvl="1" marL="704880" indent="-347040">
              <a:lnSpc>
                <a:spcPct val="100000"/>
              </a:lnSpc>
              <a:spcBef>
                <a:spcPts val="590"/>
              </a:spcBef>
              <a:buClr>
                <a:srgbClr val="669999"/>
              </a:buClr>
              <a:buSzPct val="69000"/>
              <a:buFont typeface="Wingdings" charset="2"/>
              <a:buChar char=""/>
              <a:tabLst>
                <a:tab algn="l" pos="704160"/>
                <a:tab algn="l" pos="704880"/>
              </a:tabLst>
            </a:pPr>
            <a:r>
              <a:rPr b="0" lang="en-US" sz="2400" spc="-7" strike="noStrike">
                <a:solidFill>
                  <a:srgbClr val="000000"/>
                </a:solidFill>
                <a:latin typeface="Arial"/>
                <a:ea typeface="DejaVu Sans"/>
              </a:rPr>
              <a:t>Column</a:t>
            </a:r>
            <a:endParaRPr b="0" lang="en-US" sz="2400" spc="-1" strike="noStrike">
              <a:latin typeface="Arial"/>
            </a:endParaRPr>
          </a:p>
          <a:p>
            <a:pPr lvl="2" marL="1000080" indent="-293400">
              <a:lnSpc>
                <a:spcPct val="100000"/>
              </a:lnSpc>
              <a:spcBef>
                <a:spcPts val="485"/>
              </a:spcBef>
              <a:buClr>
                <a:srgbClr val="cccc00"/>
              </a:buClr>
              <a:buSzPct val="70000"/>
              <a:buFont typeface="Wingdings" charset="2"/>
              <a:buChar char=""/>
              <a:tabLst>
                <a:tab algn="l" pos="1000080"/>
                <a:tab algn="l" pos="1000800"/>
              </a:tabLst>
            </a:pPr>
            <a:r>
              <a:rPr b="0" lang="en-US" sz="2000" spc="-1" strike="noStrike">
                <a:solidFill>
                  <a:srgbClr val="000000"/>
                </a:solidFill>
                <a:latin typeface="Arial"/>
                <a:ea typeface="DejaVu Sans"/>
              </a:rPr>
              <a:t>The</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column</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to</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put</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widget</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in.</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The</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default</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column</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is</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0,</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which</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is</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the</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leftmost</a:t>
            </a:r>
            <a:r>
              <a:rPr b="0" lang="en-US" sz="2000" spc="-32" strike="noStrike">
                <a:solidFill>
                  <a:srgbClr val="000000"/>
                </a:solidFill>
                <a:latin typeface="Arial"/>
                <a:ea typeface="DejaVu Sans"/>
              </a:rPr>
              <a:t> </a:t>
            </a:r>
            <a:r>
              <a:rPr b="0" lang="en-US" sz="2000" spc="-1" strike="noStrike">
                <a:solidFill>
                  <a:srgbClr val="000000"/>
                </a:solidFill>
                <a:latin typeface="Arial"/>
                <a:ea typeface="DejaVu Sans"/>
              </a:rPr>
              <a:t>column.</a:t>
            </a:r>
            <a:endParaRPr b="0" lang="en-US" sz="2000" spc="-1" strike="noStrike">
              <a:latin typeface="Arial"/>
            </a:endParaRPr>
          </a:p>
          <a:p>
            <a:pPr lvl="1" marL="704880" indent="-347040">
              <a:lnSpc>
                <a:spcPct val="100000"/>
              </a:lnSpc>
              <a:spcBef>
                <a:spcPts val="575"/>
              </a:spcBef>
              <a:buClr>
                <a:srgbClr val="669999"/>
              </a:buClr>
              <a:buSzPct val="69000"/>
              <a:buFont typeface="Wingdings" charset="2"/>
              <a:buChar char=""/>
              <a:tabLst>
                <a:tab algn="l" pos="704160"/>
                <a:tab algn="l" pos="704880"/>
              </a:tabLst>
            </a:pPr>
            <a:r>
              <a:rPr b="0" lang="en-US" sz="2400" spc="-7" strike="noStrike">
                <a:solidFill>
                  <a:srgbClr val="000000"/>
                </a:solidFill>
                <a:latin typeface="Arial"/>
                <a:ea typeface="DejaVu Sans"/>
              </a:rPr>
              <a:t>Columnspan</a:t>
            </a:r>
            <a:endParaRPr b="0" lang="en-US" sz="2400" spc="-1" strike="noStrike">
              <a:latin typeface="Arial"/>
            </a:endParaRPr>
          </a:p>
          <a:p>
            <a:pPr lvl="2" marL="1000080" indent="-293400">
              <a:lnSpc>
                <a:spcPct val="100000"/>
              </a:lnSpc>
              <a:spcBef>
                <a:spcPts val="485"/>
              </a:spcBef>
              <a:buClr>
                <a:srgbClr val="cccc00"/>
              </a:buClr>
              <a:buSzPct val="70000"/>
              <a:buFont typeface="Wingdings" charset="2"/>
              <a:buChar char=""/>
              <a:tabLst>
                <a:tab algn="l" pos="1000080"/>
                <a:tab algn="l" pos="1000800"/>
              </a:tabLst>
            </a:pPr>
            <a:r>
              <a:rPr b="0" lang="en-US" sz="2000" spc="-1" strike="noStrike">
                <a:solidFill>
                  <a:srgbClr val="000000"/>
                </a:solidFill>
                <a:latin typeface="Arial"/>
                <a:ea typeface="DejaVu Sans"/>
              </a:rPr>
              <a:t>How</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many</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columns</a:t>
            </a:r>
            <a:r>
              <a:rPr b="0" lang="en-US" sz="2000" spc="-26" strike="noStrike">
                <a:solidFill>
                  <a:srgbClr val="000000"/>
                </a:solidFill>
                <a:latin typeface="Arial"/>
                <a:ea typeface="DejaVu Sans"/>
              </a:rPr>
              <a:t> </a:t>
            </a:r>
            <a:r>
              <a:rPr b="0" lang="en-US" sz="2000" spc="-1" strike="noStrike">
                <a:solidFill>
                  <a:srgbClr val="000000"/>
                </a:solidFill>
                <a:latin typeface="Arial"/>
                <a:ea typeface="DejaVu Sans"/>
              </a:rPr>
              <a:t>widget</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takes</a:t>
            </a:r>
            <a:r>
              <a:rPr b="0" lang="en-US" sz="2000" spc="-32" strike="noStrike">
                <a:solidFill>
                  <a:srgbClr val="000000"/>
                </a:solidFill>
                <a:latin typeface="Arial"/>
                <a:ea typeface="DejaVu Sans"/>
              </a:rPr>
              <a:t> </a:t>
            </a:r>
            <a:r>
              <a:rPr b="0" lang="en-US" sz="2000" spc="-1" strike="noStrike">
                <a:solidFill>
                  <a:srgbClr val="000000"/>
                </a:solidFill>
                <a:latin typeface="Arial"/>
                <a:ea typeface="DejaVu Sans"/>
              </a:rPr>
              <a:t>up.</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The</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default</a:t>
            </a:r>
            <a:r>
              <a:rPr b="0" lang="en-US" sz="2000" spc="-26" strike="noStrike">
                <a:solidFill>
                  <a:srgbClr val="000000"/>
                </a:solidFill>
                <a:latin typeface="Arial"/>
                <a:ea typeface="DejaVu Sans"/>
              </a:rPr>
              <a:t> </a:t>
            </a:r>
            <a:r>
              <a:rPr b="0" lang="en-US" sz="2000" spc="-1" strike="noStrike">
                <a:solidFill>
                  <a:srgbClr val="000000"/>
                </a:solidFill>
                <a:latin typeface="Arial"/>
                <a:ea typeface="DejaVu Sans"/>
              </a:rPr>
              <a:t>is</a:t>
            </a:r>
            <a:r>
              <a:rPr b="0" lang="en-US" sz="2000" spc="-7" strike="noStrike">
                <a:solidFill>
                  <a:srgbClr val="000000"/>
                </a:solidFill>
                <a:latin typeface="Arial"/>
                <a:ea typeface="DejaVu Sans"/>
              </a:rPr>
              <a:t> </a:t>
            </a:r>
            <a:r>
              <a:rPr b="0" lang="en-US" sz="2000" spc="-1" strike="noStrike">
                <a:solidFill>
                  <a:srgbClr val="000000"/>
                </a:solidFill>
                <a:latin typeface="Arial"/>
                <a:ea typeface="DejaVu Sans"/>
              </a:rPr>
              <a:t>1.</a:t>
            </a:r>
            <a:endParaRPr b="0" lang="en-US" sz="2000" spc="-1" strike="noStrike">
              <a:latin typeface="Arial"/>
            </a:endParaRPr>
          </a:p>
          <a:p>
            <a:pPr lvl="1" marL="704880" indent="-347040">
              <a:lnSpc>
                <a:spcPct val="100000"/>
              </a:lnSpc>
              <a:spcBef>
                <a:spcPts val="570"/>
              </a:spcBef>
              <a:buClr>
                <a:srgbClr val="669999"/>
              </a:buClr>
              <a:buSzPct val="69000"/>
              <a:buFont typeface="Wingdings" charset="2"/>
              <a:buChar char=""/>
              <a:tabLst>
                <a:tab algn="l" pos="704160"/>
                <a:tab algn="l" pos="704880"/>
              </a:tabLst>
            </a:pPr>
            <a:r>
              <a:rPr b="0" lang="en-US" sz="2400" spc="-7" strike="noStrike">
                <a:solidFill>
                  <a:srgbClr val="000000"/>
                </a:solidFill>
                <a:latin typeface="Arial"/>
                <a:ea typeface="DejaVu Sans"/>
              </a:rPr>
              <a:t>Ipadx</a:t>
            </a:r>
            <a:endParaRPr b="0" lang="en-US" sz="2400" spc="-1" strike="noStrike">
              <a:latin typeface="Arial"/>
            </a:endParaRPr>
          </a:p>
          <a:p>
            <a:pPr lvl="2" marL="1000080" indent="-293400">
              <a:lnSpc>
                <a:spcPct val="100000"/>
              </a:lnSpc>
              <a:spcBef>
                <a:spcPts val="485"/>
              </a:spcBef>
              <a:buClr>
                <a:srgbClr val="cccc00"/>
              </a:buClr>
              <a:buSzPct val="70000"/>
              <a:buFont typeface="Wingdings" charset="2"/>
              <a:buChar char=""/>
              <a:tabLst>
                <a:tab algn="l" pos="1000080"/>
                <a:tab algn="l" pos="1000800"/>
              </a:tabLst>
            </a:pPr>
            <a:r>
              <a:rPr b="0" lang="en-US" sz="2000" spc="-1" strike="noStrike">
                <a:solidFill>
                  <a:srgbClr val="000000"/>
                </a:solidFill>
                <a:latin typeface="Arial"/>
                <a:ea typeface="DejaVu Sans"/>
              </a:rPr>
              <a:t>How</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many</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pixels </a:t>
            </a:r>
            <a:r>
              <a:rPr b="0" lang="en-US" sz="2000" spc="-7" strike="noStrike">
                <a:solidFill>
                  <a:srgbClr val="000000"/>
                </a:solidFill>
                <a:latin typeface="Arial"/>
                <a:ea typeface="DejaVu Sans"/>
              </a:rPr>
              <a:t>to</a:t>
            </a:r>
            <a:r>
              <a:rPr b="0" lang="en-US" sz="2000" spc="-1" strike="noStrike">
                <a:solidFill>
                  <a:srgbClr val="000000"/>
                </a:solidFill>
                <a:latin typeface="Arial"/>
                <a:ea typeface="DejaVu Sans"/>
              </a:rPr>
              <a:t> pad</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widget</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horizontally</a:t>
            </a:r>
            <a:r>
              <a:rPr b="0" lang="en-US" sz="2000" spc="-35" strike="noStrike">
                <a:solidFill>
                  <a:srgbClr val="000000"/>
                </a:solidFill>
                <a:latin typeface="Arial"/>
                <a:ea typeface="DejaVu Sans"/>
              </a:rPr>
              <a:t> </a:t>
            </a:r>
            <a:r>
              <a:rPr b="0" lang="en-US" sz="2000" spc="-1" strike="noStrike">
                <a:solidFill>
                  <a:srgbClr val="000000"/>
                </a:solidFill>
                <a:latin typeface="Arial"/>
                <a:ea typeface="DejaVu Sans"/>
              </a:rPr>
              <a:t>inside </a:t>
            </a:r>
            <a:r>
              <a:rPr b="0" lang="en-US" sz="2000" spc="-7" strike="noStrike">
                <a:solidFill>
                  <a:srgbClr val="000000"/>
                </a:solidFill>
                <a:latin typeface="Arial"/>
                <a:ea typeface="DejaVu Sans"/>
              </a:rPr>
              <a:t>the</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widget's</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borders.</a:t>
            </a:r>
            <a:endParaRPr b="0" lang="en-US" sz="2000" spc="-1" strike="noStrike">
              <a:latin typeface="Arial"/>
            </a:endParaRPr>
          </a:p>
          <a:p>
            <a:pPr lvl="1" marL="704880" indent="-347040">
              <a:lnSpc>
                <a:spcPct val="100000"/>
              </a:lnSpc>
              <a:spcBef>
                <a:spcPts val="575"/>
              </a:spcBef>
              <a:buClr>
                <a:srgbClr val="669999"/>
              </a:buClr>
              <a:buSzPct val="69000"/>
              <a:buFont typeface="Wingdings" charset="2"/>
              <a:buChar char=""/>
              <a:tabLst>
                <a:tab algn="l" pos="704160"/>
                <a:tab algn="l" pos="704880"/>
              </a:tabLst>
            </a:pPr>
            <a:r>
              <a:rPr b="0" lang="en-US" sz="2400" spc="-7" strike="noStrike">
                <a:solidFill>
                  <a:srgbClr val="000000"/>
                </a:solidFill>
                <a:latin typeface="Arial"/>
                <a:ea typeface="DejaVu Sans"/>
              </a:rPr>
              <a:t>Ipady</a:t>
            </a:r>
            <a:endParaRPr b="0" lang="en-US" sz="2400" spc="-1" strike="noStrike">
              <a:latin typeface="Arial"/>
            </a:endParaRPr>
          </a:p>
          <a:p>
            <a:pPr lvl="2" marL="1000080" indent="-293400">
              <a:lnSpc>
                <a:spcPct val="100000"/>
              </a:lnSpc>
              <a:spcBef>
                <a:spcPts val="485"/>
              </a:spcBef>
              <a:buClr>
                <a:srgbClr val="cccc00"/>
              </a:buClr>
              <a:buSzPct val="70000"/>
              <a:buFont typeface="Wingdings" charset="2"/>
              <a:buChar char=""/>
              <a:tabLst>
                <a:tab algn="l" pos="1000080"/>
                <a:tab algn="l" pos="1000800"/>
              </a:tabLst>
            </a:pPr>
            <a:r>
              <a:rPr b="0" lang="en-US" sz="2000" spc="-1" strike="noStrike">
                <a:solidFill>
                  <a:srgbClr val="000000"/>
                </a:solidFill>
                <a:latin typeface="Arial"/>
                <a:ea typeface="DejaVu Sans"/>
              </a:rPr>
              <a:t>How</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many</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pixels </a:t>
            </a:r>
            <a:r>
              <a:rPr b="0" lang="en-US" sz="2000" spc="-7" strike="noStrike">
                <a:solidFill>
                  <a:srgbClr val="000000"/>
                </a:solidFill>
                <a:latin typeface="Arial"/>
                <a:ea typeface="DejaVu Sans"/>
              </a:rPr>
              <a:t>to</a:t>
            </a:r>
            <a:r>
              <a:rPr b="0" lang="en-US" sz="2000" spc="-1" strike="noStrike">
                <a:solidFill>
                  <a:srgbClr val="000000"/>
                </a:solidFill>
                <a:latin typeface="Arial"/>
                <a:ea typeface="DejaVu Sans"/>
              </a:rPr>
              <a:t> pad</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widget</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vertically</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inside</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the</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widget's</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borders.</a:t>
            </a:r>
            <a:endParaRPr b="0" lang="en-US" sz="2000" spc="-1" strike="noStrike">
              <a:latin typeface="Arial"/>
            </a:endParaRPr>
          </a:p>
          <a:p>
            <a:pPr lvl="1" marL="704880" indent="-347040">
              <a:lnSpc>
                <a:spcPct val="100000"/>
              </a:lnSpc>
              <a:spcBef>
                <a:spcPts val="570"/>
              </a:spcBef>
              <a:buClr>
                <a:srgbClr val="669999"/>
              </a:buClr>
              <a:buSzPct val="69000"/>
              <a:buFont typeface="Wingdings" charset="2"/>
              <a:buChar char=""/>
              <a:tabLst>
                <a:tab algn="l" pos="704160"/>
                <a:tab algn="l" pos="704880"/>
              </a:tabLst>
            </a:pPr>
            <a:r>
              <a:rPr b="0" lang="en-US" sz="2400" spc="-7" strike="noStrike">
                <a:solidFill>
                  <a:srgbClr val="000000"/>
                </a:solidFill>
                <a:latin typeface="Arial"/>
                <a:ea typeface="DejaVu Sans"/>
              </a:rPr>
              <a:t>Padx</a:t>
            </a:r>
            <a:endParaRPr b="0" lang="en-US" sz="2400" spc="-1" strike="noStrike">
              <a:latin typeface="Arial"/>
            </a:endParaRPr>
          </a:p>
          <a:p>
            <a:pPr lvl="2" marL="1000080" indent="-293400">
              <a:lnSpc>
                <a:spcPct val="100000"/>
              </a:lnSpc>
              <a:spcBef>
                <a:spcPts val="485"/>
              </a:spcBef>
              <a:buClr>
                <a:srgbClr val="cccc00"/>
              </a:buClr>
              <a:buSzPct val="70000"/>
              <a:buFont typeface="Wingdings" charset="2"/>
              <a:buChar char=""/>
              <a:tabLst>
                <a:tab algn="l" pos="1000080"/>
                <a:tab algn="l" pos="1000800"/>
              </a:tabLst>
            </a:pPr>
            <a:r>
              <a:rPr b="0" lang="en-US" sz="2000" spc="-1" strike="noStrike">
                <a:solidFill>
                  <a:srgbClr val="000000"/>
                </a:solidFill>
                <a:latin typeface="Arial"/>
                <a:ea typeface="DejaVu Sans"/>
              </a:rPr>
              <a:t>How</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many</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pixels </a:t>
            </a:r>
            <a:r>
              <a:rPr b="0" lang="en-US" sz="2000" spc="-7" strike="noStrike">
                <a:solidFill>
                  <a:srgbClr val="000000"/>
                </a:solidFill>
                <a:latin typeface="Arial"/>
                <a:ea typeface="DejaVu Sans"/>
              </a:rPr>
              <a:t>to</a:t>
            </a:r>
            <a:r>
              <a:rPr b="0" lang="en-US" sz="2000" spc="-1" strike="noStrike">
                <a:solidFill>
                  <a:srgbClr val="000000"/>
                </a:solidFill>
                <a:latin typeface="Arial"/>
                <a:ea typeface="DejaVu Sans"/>
              </a:rPr>
              <a:t> pad</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widget</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horizontally</a:t>
            </a:r>
            <a:r>
              <a:rPr b="0" lang="en-US" sz="2000" spc="-41" strike="noStrike">
                <a:solidFill>
                  <a:srgbClr val="000000"/>
                </a:solidFill>
                <a:latin typeface="Arial"/>
                <a:ea typeface="DejaVu Sans"/>
              </a:rPr>
              <a:t> </a:t>
            </a:r>
            <a:r>
              <a:rPr b="0" lang="en-US" sz="2000" spc="-1" strike="noStrike">
                <a:solidFill>
                  <a:srgbClr val="000000"/>
                </a:solidFill>
                <a:latin typeface="Arial"/>
                <a:ea typeface="DejaVu Sans"/>
              </a:rPr>
              <a:t>outside</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the</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widget's</a:t>
            </a:r>
            <a:r>
              <a:rPr b="0" lang="en-US" sz="2000" spc="-26" strike="noStrike">
                <a:solidFill>
                  <a:srgbClr val="000000"/>
                </a:solidFill>
                <a:latin typeface="Arial"/>
                <a:ea typeface="DejaVu Sans"/>
              </a:rPr>
              <a:t> </a:t>
            </a:r>
            <a:r>
              <a:rPr b="0" lang="en-US" sz="2000" spc="-1" strike="noStrike">
                <a:solidFill>
                  <a:srgbClr val="000000"/>
                </a:solidFill>
                <a:latin typeface="Arial"/>
                <a:ea typeface="DejaVu Sans"/>
              </a:rPr>
              <a:t>borders.</a:t>
            </a:r>
            <a:endParaRPr b="0" lang="en-US" sz="2000" spc="-1" strike="noStrike">
              <a:latin typeface="Arial"/>
            </a:endParaRPr>
          </a:p>
          <a:p>
            <a:pPr lvl="1" marL="704880" indent="-347040">
              <a:lnSpc>
                <a:spcPct val="100000"/>
              </a:lnSpc>
              <a:spcBef>
                <a:spcPts val="575"/>
              </a:spcBef>
              <a:buClr>
                <a:srgbClr val="669999"/>
              </a:buClr>
              <a:buSzPct val="69000"/>
              <a:buFont typeface="Wingdings" charset="2"/>
              <a:buChar char=""/>
              <a:tabLst>
                <a:tab algn="l" pos="704160"/>
                <a:tab algn="l" pos="704880"/>
              </a:tabLst>
            </a:pPr>
            <a:r>
              <a:rPr b="0" lang="en-US" sz="2400" spc="-7" strike="noStrike">
                <a:solidFill>
                  <a:srgbClr val="000000"/>
                </a:solidFill>
                <a:latin typeface="Arial"/>
                <a:ea typeface="DejaVu Sans"/>
              </a:rPr>
              <a:t>Pady</a:t>
            </a:r>
            <a:endParaRPr b="0" lang="en-US" sz="2400" spc="-1" strike="noStrike">
              <a:latin typeface="Arial"/>
            </a:endParaRPr>
          </a:p>
          <a:p>
            <a:pPr lvl="2" marL="1000080" indent="-293400">
              <a:lnSpc>
                <a:spcPct val="100000"/>
              </a:lnSpc>
              <a:spcBef>
                <a:spcPts val="485"/>
              </a:spcBef>
              <a:buClr>
                <a:srgbClr val="cccc00"/>
              </a:buClr>
              <a:buSzPct val="70000"/>
              <a:buFont typeface="Wingdings" charset="2"/>
              <a:buChar char=""/>
              <a:tabLst>
                <a:tab algn="l" pos="1000080"/>
                <a:tab algn="l" pos="1000800"/>
              </a:tabLst>
            </a:pPr>
            <a:r>
              <a:rPr b="0" lang="en-US" sz="2000" spc="-1" strike="noStrike">
                <a:solidFill>
                  <a:srgbClr val="000000"/>
                </a:solidFill>
                <a:latin typeface="Arial"/>
                <a:ea typeface="DejaVu Sans"/>
              </a:rPr>
              <a:t>How</a:t>
            </a:r>
            <a:r>
              <a:rPr b="0" lang="en-US" sz="2000" spc="-15" strike="noStrike">
                <a:solidFill>
                  <a:srgbClr val="000000"/>
                </a:solidFill>
                <a:latin typeface="Arial"/>
                <a:ea typeface="DejaVu Sans"/>
              </a:rPr>
              <a:t> </a:t>
            </a:r>
            <a:r>
              <a:rPr b="0" lang="en-US" sz="2000" spc="-1" strike="noStrike">
                <a:solidFill>
                  <a:srgbClr val="000000"/>
                </a:solidFill>
                <a:latin typeface="Arial"/>
                <a:ea typeface="DejaVu Sans"/>
              </a:rPr>
              <a:t>many</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pixels </a:t>
            </a:r>
            <a:r>
              <a:rPr b="0" lang="en-US" sz="2000" spc="-7" strike="noStrike">
                <a:solidFill>
                  <a:srgbClr val="000000"/>
                </a:solidFill>
                <a:latin typeface="Arial"/>
                <a:ea typeface="DejaVu Sans"/>
              </a:rPr>
              <a:t>to</a:t>
            </a:r>
            <a:r>
              <a:rPr b="0" lang="en-US" sz="2000" spc="-1" strike="noStrike">
                <a:solidFill>
                  <a:srgbClr val="000000"/>
                </a:solidFill>
                <a:latin typeface="Arial"/>
                <a:ea typeface="DejaVu Sans"/>
              </a:rPr>
              <a:t> pad</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widget</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vertically</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outside</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the</a:t>
            </a:r>
            <a:r>
              <a:rPr b="0" lang="en-US" sz="2000" spc="-21" strike="noStrike">
                <a:solidFill>
                  <a:srgbClr val="000000"/>
                </a:solidFill>
                <a:latin typeface="Arial"/>
                <a:ea typeface="DejaVu Sans"/>
              </a:rPr>
              <a:t> </a:t>
            </a:r>
            <a:r>
              <a:rPr b="0" lang="en-US" sz="2000" spc="-1" strike="noStrike">
                <a:solidFill>
                  <a:srgbClr val="000000"/>
                </a:solidFill>
                <a:latin typeface="Arial"/>
                <a:ea typeface="DejaVu Sans"/>
              </a:rPr>
              <a:t>widget's</a:t>
            </a:r>
            <a:r>
              <a:rPr b="0" lang="en-US" sz="2000" spc="-12" strike="noStrike">
                <a:solidFill>
                  <a:srgbClr val="000000"/>
                </a:solidFill>
                <a:latin typeface="Arial"/>
                <a:ea typeface="DejaVu Sans"/>
              </a:rPr>
              <a:t> </a:t>
            </a:r>
            <a:r>
              <a:rPr b="0" lang="en-US" sz="2000" spc="-1" strike="noStrike">
                <a:solidFill>
                  <a:srgbClr val="000000"/>
                </a:solidFill>
                <a:latin typeface="Arial"/>
                <a:ea typeface="DejaVu Sans"/>
              </a:rPr>
              <a:t>borders.</a:t>
            </a:r>
            <a:endParaRPr b="0" lang="en-US" sz="2000" spc="-1" strike="noStrike">
              <a:latin typeface="Arial"/>
            </a:endParaRPr>
          </a:p>
        </p:txBody>
      </p:sp>
      <p:sp>
        <p:nvSpPr>
          <p:cNvPr id="344"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A7075C8F-BFAD-4CA7-A5D4-F4D1EA62876F}"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CustomShape 1"/>
          <p:cNvSpPr/>
          <p:nvPr/>
        </p:nvSpPr>
        <p:spPr>
          <a:xfrm>
            <a:off x="688320" y="87840"/>
            <a:ext cx="11196360" cy="4626000"/>
          </a:xfrm>
          <a:prstGeom prst="rect">
            <a:avLst/>
          </a:prstGeom>
          <a:noFill/>
          <a:ln>
            <a:noFill/>
          </a:ln>
        </p:spPr>
        <p:style>
          <a:lnRef idx="0"/>
          <a:fillRef idx="0"/>
          <a:effectRef idx="0"/>
          <a:fontRef idx="minor"/>
        </p:style>
        <p:txBody>
          <a:bodyPr lIns="0" rIns="0" tIns="100440" bIns="0">
            <a:spAutoFit/>
          </a:bodyPr>
          <a:p>
            <a:pPr marL="355680" indent="-342000">
              <a:lnSpc>
                <a:spcPct val="100000"/>
              </a:lnSpc>
              <a:spcBef>
                <a:spcPts val="791"/>
              </a:spcBef>
              <a:buClr>
                <a:srgbClr val="330066"/>
              </a:buClr>
              <a:buSzPct val="70000"/>
              <a:buFont typeface="Wingdings" charset="2"/>
              <a:buChar char=""/>
              <a:tabLst>
                <a:tab algn="l" pos="354960"/>
                <a:tab algn="l" pos="355680"/>
              </a:tabLst>
            </a:pPr>
            <a:r>
              <a:rPr b="0" lang="en-US" sz="2800" spc="-1" strike="noStrike">
                <a:solidFill>
                  <a:srgbClr val="000000"/>
                </a:solidFill>
                <a:latin typeface="Arial"/>
                <a:ea typeface="DejaVu Sans"/>
              </a:rPr>
              <a:t>widget.grid(options)</a:t>
            </a:r>
            <a:endParaRPr b="0" lang="en-US" sz="2800" spc="-1" strike="noStrike">
              <a:latin typeface="Arial"/>
            </a:endParaRPr>
          </a:p>
          <a:p>
            <a:pPr lvl="1" marL="704880" indent="-347040">
              <a:lnSpc>
                <a:spcPct val="100000"/>
              </a:lnSpc>
              <a:spcBef>
                <a:spcPts val="595"/>
              </a:spcBef>
              <a:buClr>
                <a:srgbClr val="669999"/>
              </a:buClr>
              <a:buSzPct val="69000"/>
              <a:buFont typeface="Wingdings" charset="2"/>
              <a:buChar char=""/>
              <a:tabLst>
                <a:tab algn="l" pos="704160"/>
                <a:tab algn="l" pos="704880"/>
              </a:tabLst>
            </a:pPr>
            <a:r>
              <a:rPr b="0" lang="en-US" sz="2400" spc="-7" strike="noStrike">
                <a:solidFill>
                  <a:srgbClr val="000000"/>
                </a:solidFill>
                <a:latin typeface="Arial"/>
                <a:ea typeface="DejaVu Sans"/>
              </a:rPr>
              <a:t>Row</a:t>
            </a:r>
            <a:endParaRPr b="0" lang="en-US" sz="2400" spc="-1" strike="noStrike">
              <a:latin typeface="Arial"/>
            </a:endParaRPr>
          </a:p>
          <a:p>
            <a:pPr lvl="2" marL="1000080" indent="-293400">
              <a:lnSpc>
                <a:spcPct val="100000"/>
              </a:lnSpc>
              <a:spcBef>
                <a:spcPts val="575"/>
              </a:spcBef>
              <a:buClr>
                <a:srgbClr val="cccc00"/>
              </a:buClr>
              <a:buSzPct val="69000"/>
              <a:buFont typeface="Wingdings" charset="2"/>
              <a:buChar char=""/>
              <a:tabLst>
                <a:tab algn="l" pos="1000080"/>
                <a:tab algn="l" pos="1000800"/>
              </a:tabLst>
            </a:pPr>
            <a:r>
              <a:rPr b="0" lang="en-US" sz="2400" spc="-1" strike="noStrike">
                <a:solidFill>
                  <a:srgbClr val="000000"/>
                </a:solidFill>
                <a:latin typeface="Arial"/>
                <a:ea typeface="DejaVu Sans"/>
              </a:rPr>
              <a:t>The</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row</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to</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put</a:t>
            </a:r>
            <a:r>
              <a:rPr b="0" lang="en-US" sz="2400" spc="-7" strike="noStrike">
                <a:solidFill>
                  <a:srgbClr val="000000"/>
                </a:solidFill>
                <a:latin typeface="Arial"/>
                <a:ea typeface="DejaVu Sans"/>
              </a:rPr>
              <a:t> widget</a:t>
            </a:r>
            <a:r>
              <a:rPr b="0" lang="en-US" sz="2400" spc="24" strike="noStrike">
                <a:solidFill>
                  <a:srgbClr val="000000"/>
                </a:solidFill>
                <a:latin typeface="Arial"/>
                <a:ea typeface="DejaVu Sans"/>
              </a:rPr>
              <a:t> </a:t>
            </a:r>
            <a:r>
              <a:rPr b="0" lang="en-US" sz="2400" spc="-7" strike="noStrike">
                <a:solidFill>
                  <a:srgbClr val="000000"/>
                </a:solidFill>
                <a:latin typeface="Arial"/>
                <a:ea typeface="DejaVu Sans"/>
              </a:rPr>
              <a:t>in.</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The</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default</a:t>
            </a:r>
            <a:r>
              <a:rPr b="0" lang="en-US" sz="2400" spc="4" strike="noStrike">
                <a:solidFill>
                  <a:srgbClr val="000000"/>
                </a:solidFill>
                <a:latin typeface="Arial"/>
                <a:ea typeface="DejaVu Sans"/>
              </a:rPr>
              <a:t> </a:t>
            </a:r>
            <a:r>
              <a:rPr b="0" lang="en-US" sz="2400" spc="-7" strike="noStrike">
                <a:solidFill>
                  <a:srgbClr val="000000"/>
                </a:solidFill>
                <a:latin typeface="Arial"/>
                <a:ea typeface="DejaVu Sans"/>
              </a:rPr>
              <a:t>row</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is</a:t>
            </a:r>
            <a:r>
              <a:rPr b="0" lang="en-US" sz="2400" spc="-1" strike="noStrike">
                <a:solidFill>
                  <a:srgbClr val="000000"/>
                </a:solidFill>
                <a:latin typeface="Arial"/>
                <a:ea typeface="DejaVu Sans"/>
              </a:rPr>
              <a:t> 0, </a:t>
            </a:r>
            <a:r>
              <a:rPr b="0" lang="en-US" sz="2400" spc="-7" strike="noStrike">
                <a:solidFill>
                  <a:srgbClr val="000000"/>
                </a:solidFill>
                <a:latin typeface="Arial"/>
                <a:ea typeface="DejaVu Sans"/>
              </a:rPr>
              <a:t>which</a:t>
            </a:r>
            <a:r>
              <a:rPr b="0" lang="en-US" sz="2400" spc="7" strike="noStrike">
                <a:solidFill>
                  <a:srgbClr val="000000"/>
                </a:solidFill>
                <a:latin typeface="Arial"/>
                <a:ea typeface="DejaVu Sans"/>
              </a:rPr>
              <a:t> </a:t>
            </a:r>
            <a:r>
              <a:rPr b="0" lang="en-US" sz="2400" spc="-7" strike="noStrike">
                <a:solidFill>
                  <a:srgbClr val="000000"/>
                </a:solidFill>
                <a:latin typeface="Arial"/>
                <a:ea typeface="DejaVu Sans"/>
              </a:rPr>
              <a:t>is</a:t>
            </a:r>
            <a:r>
              <a:rPr b="0" lang="en-US" sz="2400" spc="-1" strike="noStrike">
                <a:solidFill>
                  <a:srgbClr val="000000"/>
                </a:solidFill>
                <a:latin typeface="Arial"/>
                <a:ea typeface="DejaVu Sans"/>
              </a:rPr>
              <a:t> the topmost</a:t>
            </a:r>
            <a:r>
              <a:rPr b="0" lang="en-US" sz="2400" spc="-21" strike="noStrike">
                <a:solidFill>
                  <a:srgbClr val="000000"/>
                </a:solidFill>
                <a:latin typeface="Arial"/>
                <a:ea typeface="DejaVu Sans"/>
              </a:rPr>
              <a:t> </a:t>
            </a:r>
            <a:r>
              <a:rPr b="0" lang="en-US" sz="2400" spc="-7" strike="noStrike">
                <a:solidFill>
                  <a:srgbClr val="000000"/>
                </a:solidFill>
                <a:latin typeface="Arial"/>
                <a:ea typeface="DejaVu Sans"/>
              </a:rPr>
              <a:t>column.</a:t>
            </a:r>
            <a:endParaRPr b="0" lang="en-US" sz="2400" spc="-1" strike="noStrike">
              <a:latin typeface="Arial"/>
            </a:endParaRPr>
          </a:p>
          <a:p>
            <a:pPr lvl="1" marL="704880" indent="-347040">
              <a:lnSpc>
                <a:spcPct val="100000"/>
              </a:lnSpc>
              <a:spcBef>
                <a:spcPts val="575"/>
              </a:spcBef>
              <a:buClr>
                <a:srgbClr val="669999"/>
              </a:buClr>
              <a:buSzPct val="69000"/>
              <a:buFont typeface="Wingdings" charset="2"/>
              <a:buChar char=""/>
              <a:tabLst>
                <a:tab algn="l" pos="704160"/>
                <a:tab algn="l" pos="704880"/>
              </a:tabLst>
            </a:pPr>
            <a:r>
              <a:rPr b="0" lang="en-US" sz="2400" spc="-7" strike="noStrike">
                <a:solidFill>
                  <a:srgbClr val="000000"/>
                </a:solidFill>
                <a:latin typeface="Arial"/>
                <a:ea typeface="DejaVu Sans"/>
              </a:rPr>
              <a:t>Rowspan</a:t>
            </a:r>
            <a:endParaRPr b="0" lang="en-US" sz="2400" spc="-1" strike="noStrike">
              <a:latin typeface="Arial"/>
            </a:endParaRPr>
          </a:p>
          <a:p>
            <a:pPr lvl="2" marL="1000080" indent="-293400">
              <a:lnSpc>
                <a:spcPct val="100000"/>
              </a:lnSpc>
              <a:spcBef>
                <a:spcPts val="581"/>
              </a:spcBef>
              <a:buClr>
                <a:srgbClr val="cccc00"/>
              </a:buClr>
              <a:buSzPct val="69000"/>
              <a:buFont typeface="Wingdings" charset="2"/>
              <a:buChar char=""/>
              <a:tabLst>
                <a:tab algn="l" pos="1000080"/>
                <a:tab algn="l" pos="1000800"/>
              </a:tabLst>
            </a:pPr>
            <a:r>
              <a:rPr b="0" lang="en-US" sz="2400" spc="-7" strike="noStrike">
                <a:solidFill>
                  <a:srgbClr val="000000"/>
                </a:solidFill>
                <a:latin typeface="Arial"/>
                <a:ea typeface="DejaVu Sans"/>
              </a:rPr>
              <a:t>How</a:t>
            </a:r>
            <a:r>
              <a:rPr b="0" lang="en-US" sz="2400" spc="4" strike="noStrike">
                <a:solidFill>
                  <a:srgbClr val="000000"/>
                </a:solidFill>
                <a:latin typeface="Arial"/>
                <a:ea typeface="DejaVu Sans"/>
              </a:rPr>
              <a:t> </a:t>
            </a:r>
            <a:r>
              <a:rPr b="0" lang="en-US" sz="2400" spc="-7" strike="noStrike">
                <a:solidFill>
                  <a:srgbClr val="000000"/>
                </a:solidFill>
                <a:latin typeface="Arial"/>
                <a:ea typeface="DejaVu Sans"/>
              </a:rPr>
              <a:t>many</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rows</a:t>
            </a:r>
            <a:r>
              <a:rPr b="0" lang="en-US" sz="2400" spc="-1" strike="noStrike">
                <a:solidFill>
                  <a:srgbClr val="000000"/>
                </a:solidFill>
                <a:latin typeface="Arial"/>
                <a:ea typeface="DejaVu Sans"/>
              </a:rPr>
              <a:t> the </a:t>
            </a:r>
            <a:r>
              <a:rPr b="0" lang="en-US" sz="2400" spc="-7" strike="noStrike">
                <a:solidFill>
                  <a:srgbClr val="000000"/>
                </a:solidFill>
                <a:latin typeface="Arial"/>
                <a:ea typeface="DejaVu Sans"/>
              </a:rPr>
              <a:t>widget</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takes </a:t>
            </a:r>
            <a:r>
              <a:rPr b="0" lang="en-US" sz="2400" spc="-7" strike="noStrike">
                <a:solidFill>
                  <a:srgbClr val="000000"/>
                </a:solidFill>
                <a:latin typeface="Arial"/>
                <a:ea typeface="DejaVu Sans"/>
              </a:rPr>
              <a:t>up.</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The</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default</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is</a:t>
            </a:r>
            <a:r>
              <a:rPr b="0" lang="en-US" sz="2400" spc="-1" strike="noStrike">
                <a:solidFill>
                  <a:srgbClr val="000000"/>
                </a:solidFill>
                <a:latin typeface="Arial"/>
                <a:ea typeface="DejaVu Sans"/>
              </a:rPr>
              <a:t> 1.</a:t>
            </a:r>
            <a:endParaRPr b="0" lang="en-US" sz="2400" spc="-1" strike="noStrike">
              <a:latin typeface="Arial"/>
            </a:endParaRPr>
          </a:p>
          <a:p>
            <a:pPr lvl="1" marL="704880" indent="-347040">
              <a:lnSpc>
                <a:spcPct val="100000"/>
              </a:lnSpc>
              <a:spcBef>
                <a:spcPts val="575"/>
              </a:spcBef>
              <a:buClr>
                <a:srgbClr val="669999"/>
              </a:buClr>
              <a:buSzPct val="69000"/>
              <a:buFont typeface="Wingdings" charset="2"/>
              <a:buChar char=""/>
              <a:tabLst>
                <a:tab algn="l" pos="704160"/>
                <a:tab algn="l" pos="704880"/>
              </a:tabLst>
            </a:pPr>
            <a:r>
              <a:rPr b="0" lang="en-US" sz="2400" spc="-1" strike="noStrike">
                <a:solidFill>
                  <a:srgbClr val="000000"/>
                </a:solidFill>
                <a:latin typeface="Arial"/>
                <a:ea typeface="DejaVu Sans"/>
              </a:rPr>
              <a:t>Sticky</a:t>
            </a:r>
            <a:endParaRPr b="0" lang="en-US" sz="2400" spc="-1" strike="noStrike">
              <a:latin typeface="Arial"/>
            </a:endParaRPr>
          </a:p>
          <a:p>
            <a:pPr lvl="2" marL="1000080" indent="-293400">
              <a:lnSpc>
                <a:spcPct val="100000"/>
              </a:lnSpc>
              <a:spcBef>
                <a:spcPts val="575"/>
              </a:spcBef>
              <a:buClr>
                <a:srgbClr val="cccc00"/>
              </a:buClr>
              <a:buSzPct val="69000"/>
              <a:buFont typeface="Wingdings" charset="2"/>
              <a:buChar char=""/>
              <a:tabLst>
                <a:tab algn="l" pos="1000080"/>
                <a:tab algn="l" pos="1000800"/>
              </a:tabLst>
            </a:pPr>
            <a:r>
              <a:rPr b="0" lang="en-US" sz="2400" spc="-7" strike="noStrike">
                <a:solidFill>
                  <a:srgbClr val="000000"/>
                </a:solidFill>
                <a:latin typeface="Arial"/>
                <a:ea typeface="DejaVu Sans"/>
              </a:rPr>
              <a:t>When</a:t>
            </a:r>
            <a:r>
              <a:rPr b="0" lang="en-US" sz="2400" spc="-1" strike="noStrike">
                <a:solidFill>
                  <a:srgbClr val="000000"/>
                </a:solidFill>
                <a:latin typeface="Arial"/>
                <a:ea typeface="DejaVu Sans"/>
              </a:rPr>
              <a:t> the </a:t>
            </a:r>
            <a:r>
              <a:rPr b="0" lang="en-US" sz="2400" spc="-7" strike="noStrike">
                <a:solidFill>
                  <a:srgbClr val="000000"/>
                </a:solidFill>
                <a:latin typeface="Arial"/>
                <a:ea typeface="DejaVu Sans"/>
              </a:rPr>
              <a:t>widget</a:t>
            </a:r>
            <a:r>
              <a:rPr b="0" lang="en-US" sz="2400" spc="18" strike="noStrike">
                <a:solidFill>
                  <a:srgbClr val="000000"/>
                </a:solidFill>
                <a:latin typeface="Arial"/>
                <a:ea typeface="DejaVu Sans"/>
              </a:rPr>
              <a:t> </a:t>
            </a:r>
            <a:r>
              <a:rPr b="0" lang="en-US" sz="2400" spc="-7" strike="noStrike">
                <a:solidFill>
                  <a:srgbClr val="000000"/>
                </a:solidFill>
                <a:latin typeface="Arial"/>
                <a:ea typeface="DejaVu Sans"/>
              </a:rPr>
              <a:t>is</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smaller</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than</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the</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cell,</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sticky </a:t>
            </a:r>
            <a:r>
              <a:rPr b="0" lang="en-US" sz="2400" spc="-7" strike="noStrike">
                <a:solidFill>
                  <a:srgbClr val="000000"/>
                </a:solidFill>
                <a:latin typeface="Arial"/>
                <a:ea typeface="DejaVu Sans"/>
              </a:rPr>
              <a:t>is</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used</a:t>
            </a:r>
            <a:r>
              <a:rPr b="0" lang="en-US" sz="2400" spc="-1" strike="noStrike">
                <a:solidFill>
                  <a:srgbClr val="000000"/>
                </a:solidFill>
                <a:latin typeface="Arial"/>
                <a:ea typeface="DejaVu Sans"/>
              </a:rPr>
              <a:t> to</a:t>
            </a:r>
            <a:r>
              <a:rPr b="0" lang="en-US" sz="2400" spc="-7" strike="noStrike">
                <a:solidFill>
                  <a:srgbClr val="000000"/>
                </a:solidFill>
                <a:latin typeface="Arial"/>
                <a:ea typeface="DejaVu Sans"/>
              </a:rPr>
              <a:t> indicate</a:t>
            </a:r>
            <a:r>
              <a:rPr b="0" lang="en-US" sz="2400" spc="24" strike="noStrike">
                <a:solidFill>
                  <a:srgbClr val="000000"/>
                </a:solidFill>
                <a:latin typeface="Arial"/>
                <a:ea typeface="DejaVu Sans"/>
              </a:rPr>
              <a:t> </a:t>
            </a:r>
            <a:r>
              <a:rPr b="0" lang="en-US" sz="2400" spc="-7" strike="noStrike">
                <a:solidFill>
                  <a:srgbClr val="000000"/>
                </a:solidFill>
                <a:latin typeface="Arial"/>
                <a:ea typeface="DejaVu Sans"/>
              </a:rPr>
              <a:t>which </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sides</a:t>
            </a:r>
            <a:r>
              <a:rPr b="0" lang="en-US" sz="2400" spc="7" strike="noStrike">
                <a:solidFill>
                  <a:srgbClr val="000000"/>
                </a:solidFill>
                <a:latin typeface="Arial"/>
                <a:ea typeface="DejaVu Sans"/>
              </a:rPr>
              <a:t> </a:t>
            </a:r>
            <a:r>
              <a:rPr b="0" lang="en-US" sz="2400" spc="-7" strike="noStrike">
                <a:solidFill>
                  <a:srgbClr val="000000"/>
                </a:solidFill>
                <a:latin typeface="Arial"/>
                <a:ea typeface="DejaVu Sans"/>
              </a:rPr>
              <a:t>and</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corners</a:t>
            </a:r>
            <a:r>
              <a:rPr b="0" lang="en-US" sz="2400" spc="-1" strike="noStrike">
                <a:solidFill>
                  <a:srgbClr val="000000"/>
                </a:solidFill>
                <a:latin typeface="Arial"/>
                <a:ea typeface="DejaVu Sans"/>
              </a:rPr>
              <a:t> of the </a:t>
            </a:r>
            <a:r>
              <a:rPr b="0" lang="en-US" sz="2400" spc="-7" strike="noStrike">
                <a:solidFill>
                  <a:srgbClr val="000000"/>
                </a:solidFill>
                <a:latin typeface="Arial"/>
                <a:ea typeface="DejaVu Sans"/>
              </a:rPr>
              <a:t>cell</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the</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widget</a:t>
            </a:r>
            <a:r>
              <a:rPr b="0" lang="en-US" sz="2400" spc="24" strike="noStrike">
                <a:solidFill>
                  <a:srgbClr val="000000"/>
                </a:solidFill>
                <a:latin typeface="Arial"/>
                <a:ea typeface="DejaVu Sans"/>
              </a:rPr>
              <a:t> </a:t>
            </a:r>
            <a:r>
              <a:rPr b="0" lang="en-US" sz="2400" spc="-1" strike="noStrike">
                <a:solidFill>
                  <a:srgbClr val="000000"/>
                </a:solidFill>
                <a:latin typeface="Arial"/>
                <a:ea typeface="DejaVu Sans"/>
              </a:rPr>
              <a:t>sticks</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to.</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The</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direction</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is </a:t>
            </a:r>
            <a:r>
              <a:rPr b="0" lang="en-US" sz="2400" spc="-7" strike="noStrike">
                <a:solidFill>
                  <a:srgbClr val="000000"/>
                </a:solidFill>
                <a:latin typeface="Arial"/>
                <a:ea typeface="DejaVu Sans"/>
              </a:rPr>
              <a:t>defined</a:t>
            </a:r>
            <a:r>
              <a:rPr b="0" lang="en-US" sz="2400" spc="18" strike="noStrike">
                <a:solidFill>
                  <a:srgbClr val="000000"/>
                </a:solidFill>
                <a:latin typeface="Arial"/>
                <a:ea typeface="DejaVu Sans"/>
              </a:rPr>
              <a:t> </a:t>
            </a:r>
            <a:r>
              <a:rPr b="0" lang="en-US" sz="2400" spc="-1" strike="noStrike">
                <a:solidFill>
                  <a:srgbClr val="000000"/>
                </a:solidFill>
                <a:latin typeface="Arial"/>
                <a:ea typeface="DejaVu Sans"/>
              </a:rPr>
              <a:t>by </a:t>
            </a:r>
            <a:r>
              <a:rPr b="0" lang="en-US" sz="2400" spc="-650" strike="noStrike">
                <a:solidFill>
                  <a:srgbClr val="000000"/>
                </a:solidFill>
                <a:latin typeface="Arial"/>
                <a:ea typeface="DejaVu Sans"/>
              </a:rPr>
              <a:t> </a:t>
            </a:r>
            <a:r>
              <a:rPr b="0" lang="en-US" sz="2400" spc="-7" strike="noStrike">
                <a:solidFill>
                  <a:srgbClr val="000000"/>
                </a:solidFill>
                <a:latin typeface="Arial"/>
                <a:ea typeface="DejaVu Sans"/>
              </a:rPr>
              <a:t>compass</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directions:</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N,</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E,</a:t>
            </a:r>
            <a:r>
              <a:rPr b="0" lang="en-US" sz="2400" spc="-7" strike="noStrike">
                <a:solidFill>
                  <a:srgbClr val="000000"/>
                </a:solidFill>
                <a:latin typeface="Arial"/>
                <a:ea typeface="DejaVu Sans"/>
              </a:rPr>
              <a:t> </a:t>
            </a:r>
            <a:r>
              <a:rPr b="0" lang="en-US" sz="2400" spc="-1" strike="noStrike">
                <a:solidFill>
                  <a:srgbClr val="000000"/>
                </a:solidFill>
                <a:latin typeface="Arial"/>
                <a:ea typeface="DejaVu Sans"/>
              </a:rPr>
              <a:t>S,</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W,</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NE,</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NW,</a:t>
            </a:r>
            <a:r>
              <a:rPr b="0" lang="en-US" sz="2400" spc="4" strike="noStrike">
                <a:solidFill>
                  <a:srgbClr val="000000"/>
                </a:solidFill>
                <a:latin typeface="Arial"/>
                <a:ea typeface="DejaVu Sans"/>
              </a:rPr>
              <a:t> </a:t>
            </a:r>
            <a:r>
              <a:rPr b="0" lang="en-US" sz="2400" spc="-7" strike="noStrike">
                <a:solidFill>
                  <a:srgbClr val="000000"/>
                </a:solidFill>
                <a:latin typeface="Arial"/>
                <a:ea typeface="DejaVu Sans"/>
              </a:rPr>
              <a:t>SE, and</a:t>
            </a:r>
            <a:r>
              <a:rPr b="0" lang="en-US" sz="2400" spc="-1" strike="noStrike">
                <a:solidFill>
                  <a:srgbClr val="000000"/>
                </a:solidFill>
                <a:latin typeface="Arial"/>
                <a:ea typeface="DejaVu Sans"/>
              </a:rPr>
              <a:t> SW</a:t>
            </a:r>
            <a:r>
              <a:rPr b="0" lang="en-US" sz="2400" spc="-7" strike="noStrike">
                <a:solidFill>
                  <a:srgbClr val="000000"/>
                </a:solidFill>
                <a:latin typeface="Arial"/>
                <a:ea typeface="DejaVu Sans"/>
              </a:rPr>
              <a:t> and</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zero.</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These </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could</a:t>
            </a:r>
            <a:r>
              <a:rPr b="0" lang="en-US" sz="2400" spc="4" strike="noStrike">
                <a:solidFill>
                  <a:srgbClr val="000000"/>
                </a:solidFill>
                <a:latin typeface="Arial"/>
                <a:ea typeface="DejaVu Sans"/>
              </a:rPr>
              <a:t> </a:t>
            </a:r>
            <a:r>
              <a:rPr b="0" lang="en-US" sz="2400" spc="-7" strike="noStrike">
                <a:solidFill>
                  <a:srgbClr val="000000"/>
                </a:solidFill>
                <a:latin typeface="Arial"/>
                <a:ea typeface="DejaVu Sans"/>
              </a:rPr>
              <a:t>be</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a</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string</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concatenation,</a:t>
            </a:r>
            <a:r>
              <a:rPr b="0" lang="en-US" sz="2400" spc="7" strike="noStrike">
                <a:solidFill>
                  <a:srgbClr val="000000"/>
                </a:solidFill>
                <a:latin typeface="Arial"/>
                <a:ea typeface="DejaVu Sans"/>
              </a:rPr>
              <a:t> </a:t>
            </a:r>
            <a:r>
              <a:rPr b="0" lang="en-US" sz="2400" spc="-1" strike="noStrike">
                <a:solidFill>
                  <a:srgbClr val="000000"/>
                </a:solidFill>
                <a:latin typeface="Arial"/>
                <a:ea typeface="DejaVu Sans"/>
              </a:rPr>
              <a:t>for</a:t>
            </a:r>
            <a:r>
              <a:rPr b="0" lang="en-US" sz="2400" spc="4" strike="noStrike">
                <a:solidFill>
                  <a:srgbClr val="000000"/>
                </a:solidFill>
                <a:latin typeface="Arial"/>
                <a:ea typeface="DejaVu Sans"/>
              </a:rPr>
              <a:t> </a:t>
            </a:r>
            <a:r>
              <a:rPr b="0" lang="en-US" sz="2400" spc="-7" strike="noStrike">
                <a:solidFill>
                  <a:srgbClr val="000000"/>
                </a:solidFill>
                <a:latin typeface="Arial"/>
                <a:ea typeface="DejaVu Sans"/>
              </a:rPr>
              <a:t>example,</a:t>
            </a:r>
            <a:r>
              <a:rPr b="0" lang="en-US" sz="2400" spc="18" strike="noStrike">
                <a:solidFill>
                  <a:srgbClr val="000000"/>
                </a:solidFill>
                <a:latin typeface="Arial"/>
                <a:ea typeface="DejaVu Sans"/>
              </a:rPr>
              <a:t> </a:t>
            </a:r>
            <a:r>
              <a:rPr b="0" lang="en-US" sz="2400" spc="-7" strike="noStrike">
                <a:solidFill>
                  <a:srgbClr val="000000"/>
                </a:solidFill>
                <a:latin typeface="Arial"/>
                <a:ea typeface="DejaVu Sans"/>
              </a:rPr>
              <a:t>NESW</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make</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the </a:t>
            </a:r>
            <a:r>
              <a:rPr b="0" lang="en-US" sz="2400" spc="-7" strike="noStrike">
                <a:solidFill>
                  <a:srgbClr val="000000"/>
                </a:solidFill>
                <a:latin typeface="Arial"/>
                <a:ea typeface="DejaVu Sans"/>
              </a:rPr>
              <a:t>widget</a:t>
            </a:r>
            <a:r>
              <a:rPr b="0" lang="en-US" sz="2400" spc="7" strike="noStrike">
                <a:solidFill>
                  <a:srgbClr val="000000"/>
                </a:solidFill>
                <a:latin typeface="Arial"/>
                <a:ea typeface="DejaVu Sans"/>
              </a:rPr>
              <a:t> </a:t>
            </a:r>
            <a:r>
              <a:rPr b="0" lang="en-US" sz="2400" spc="-1" strike="noStrike">
                <a:solidFill>
                  <a:srgbClr val="000000"/>
                </a:solidFill>
                <a:latin typeface="Arial"/>
                <a:ea typeface="DejaVu Sans"/>
              </a:rPr>
              <a:t>take  </a:t>
            </a:r>
            <a:r>
              <a:rPr b="0" lang="en-US" sz="2400" spc="-7" strike="noStrike">
                <a:solidFill>
                  <a:srgbClr val="000000"/>
                </a:solidFill>
                <a:latin typeface="Arial"/>
                <a:ea typeface="DejaVu Sans"/>
              </a:rPr>
              <a:t>up </a:t>
            </a:r>
            <a:r>
              <a:rPr b="0" lang="en-US" sz="2400" spc="-1" strike="noStrike">
                <a:solidFill>
                  <a:srgbClr val="000000"/>
                </a:solidFill>
                <a:latin typeface="Arial"/>
                <a:ea typeface="DejaVu Sans"/>
              </a:rPr>
              <a:t>the</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full</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area</a:t>
            </a:r>
            <a:r>
              <a:rPr b="0" lang="en-US" sz="2400" spc="-1" strike="noStrike">
                <a:solidFill>
                  <a:srgbClr val="000000"/>
                </a:solidFill>
                <a:latin typeface="Arial"/>
                <a:ea typeface="DejaVu Sans"/>
              </a:rPr>
              <a:t> of the</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cell.</a:t>
            </a:r>
            <a:endParaRPr b="0" lang="en-US" sz="2400" spc="-1" strike="noStrike">
              <a:latin typeface="Arial"/>
            </a:endParaRPr>
          </a:p>
        </p:txBody>
      </p:sp>
      <p:pic>
        <p:nvPicPr>
          <p:cNvPr id="346" name="object 3" descr=""/>
          <p:cNvPicPr/>
          <p:nvPr/>
        </p:nvPicPr>
        <p:blipFill>
          <a:blip r:embed="rId1"/>
          <a:stretch/>
        </p:blipFill>
        <p:spPr>
          <a:xfrm>
            <a:off x="8106120" y="4721400"/>
            <a:ext cx="1807920" cy="1798920"/>
          </a:xfrm>
          <a:prstGeom prst="rect">
            <a:avLst/>
          </a:prstGeom>
          <a:ln>
            <a:noFill/>
          </a:ln>
        </p:spPr>
      </p:pic>
      <p:sp>
        <p:nvSpPr>
          <p:cNvPr id="347"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806F4595-FC0B-4502-9804-08BE01DABA23}"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48" name="Group 1"/>
          <p:cNvGrpSpPr/>
          <p:nvPr/>
        </p:nvGrpSpPr>
        <p:grpSpPr>
          <a:xfrm>
            <a:off x="816840" y="2086200"/>
            <a:ext cx="9823680" cy="2219760"/>
            <a:chOff x="816840" y="2086200"/>
            <a:chExt cx="9823680" cy="2219760"/>
          </a:xfrm>
        </p:grpSpPr>
        <p:pic>
          <p:nvPicPr>
            <p:cNvPr id="349" name="object 3" descr=""/>
            <p:cNvPicPr/>
            <p:nvPr/>
          </p:nvPicPr>
          <p:blipFill>
            <a:blip r:embed="rId1"/>
            <a:stretch/>
          </p:blipFill>
          <p:spPr>
            <a:xfrm>
              <a:off x="816840" y="2086200"/>
              <a:ext cx="9823680" cy="2219760"/>
            </a:xfrm>
            <a:prstGeom prst="rect">
              <a:avLst/>
            </a:prstGeom>
            <a:ln>
              <a:noFill/>
            </a:ln>
          </p:spPr>
        </p:pic>
        <p:sp>
          <p:nvSpPr>
            <p:cNvPr id="350" name="CustomShape 2"/>
            <p:cNvSpPr/>
            <p:nvPr/>
          </p:nvSpPr>
          <p:spPr>
            <a:xfrm>
              <a:off x="2053800" y="2730600"/>
              <a:ext cx="8063280" cy="576720"/>
            </a:xfrm>
            <a:custGeom>
              <a:avLst/>
              <a:gdLst/>
              <a:ahLst/>
              <a:rect l="l" t="t" r="r" b="b"/>
              <a:pathLst>
                <a:path w="8064500" h="577850">
                  <a:moveTo>
                    <a:pt x="1422400" y="343154"/>
                  </a:moveTo>
                  <a:lnTo>
                    <a:pt x="1390650" y="343154"/>
                  </a:lnTo>
                  <a:lnTo>
                    <a:pt x="1390650" y="349250"/>
                  </a:lnTo>
                  <a:lnTo>
                    <a:pt x="1346327" y="349250"/>
                  </a:lnTo>
                  <a:lnTo>
                    <a:pt x="1339850" y="355727"/>
                  </a:lnTo>
                  <a:lnTo>
                    <a:pt x="1308227" y="355727"/>
                  </a:lnTo>
                  <a:lnTo>
                    <a:pt x="1301750" y="362204"/>
                  </a:lnTo>
                  <a:lnTo>
                    <a:pt x="1276477" y="362204"/>
                  </a:lnTo>
                  <a:lnTo>
                    <a:pt x="1269987" y="368300"/>
                  </a:lnTo>
                  <a:lnTo>
                    <a:pt x="1257427" y="368300"/>
                  </a:lnTo>
                  <a:lnTo>
                    <a:pt x="1244854" y="374777"/>
                  </a:lnTo>
                  <a:lnTo>
                    <a:pt x="1231887" y="374777"/>
                  </a:lnTo>
                  <a:lnTo>
                    <a:pt x="1225804" y="381000"/>
                  </a:lnTo>
                  <a:lnTo>
                    <a:pt x="1212837" y="381000"/>
                  </a:lnTo>
                  <a:lnTo>
                    <a:pt x="1193673" y="387477"/>
                  </a:lnTo>
                  <a:lnTo>
                    <a:pt x="1187577" y="387477"/>
                  </a:lnTo>
                  <a:lnTo>
                    <a:pt x="1181100" y="393954"/>
                  </a:lnTo>
                  <a:lnTo>
                    <a:pt x="1155954" y="393954"/>
                  </a:lnTo>
                  <a:lnTo>
                    <a:pt x="1149477" y="400050"/>
                  </a:lnTo>
                  <a:lnTo>
                    <a:pt x="1130300" y="400050"/>
                  </a:lnTo>
                  <a:lnTo>
                    <a:pt x="1117727" y="406527"/>
                  </a:lnTo>
                  <a:lnTo>
                    <a:pt x="1086104" y="406527"/>
                  </a:lnTo>
                  <a:lnTo>
                    <a:pt x="1066927" y="413004"/>
                  </a:lnTo>
                  <a:lnTo>
                    <a:pt x="1060450" y="413004"/>
                  </a:lnTo>
                  <a:lnTo>
                    <a:pt x="1047877" y="419100"/>
                  </a:lnTo>
                  <a:lnTo>
                    <a:pt x="1022350" y="425577"/>
                  </a:lnTo>
                  <a:lnTo>
                    <a:pt x="1009777" y="425577"/>
                  </a:lnTo>
                  <a:lnTo>
                    <a:pt x="990727" y="432054"/>
                  </a:lnTo>
                  <a:lnTo>
                    <a:pt x="965073" y="438150"/>
                  </a:lnTo>
                  <a:lnTo>
                    <a:pt x="939927" y="438150"/>
                  </a:lnTo>
                  <a:lnTo>
                    <a:pt x="920877" y="444627"/>
                  </a:lnTo>
                  <a:lnTo>
                    <a:pt x="908177" y="444627"/>
                  </a:lnTo>
                  <a:lnTo>
                    <a:pt x="882650" y="450850"/>
                  </a:lnTo>
                  <a:lnTo>
                    <a:pt x="698373" y="450850"/>
                  </a:lnTo>
                  <a:lnTo>
                    <a:pt x="673227" y="444627"/>
                  </a:lnTo>
                  <a:lnTo>
                    <a:pt x="654177" y="444627"/>
                  </a:lnTo>
                  <a:lnTo>
                    <a:pt x="641477" y="438150"/>
                  </a:lnTo>
                  <a:lnTo>
                    <a:pt x="622427" y="438150"/>
                  </a:lnTo>
                  <a:lnTo>
                    <a:pt x="596900" y="432054"/>
                  </a:lnTo>
                  <a:lnTo>
                    <a:pt x="565277" y="432054"/>
                  </a:lnTo>
                  <a:lnTo>
                    <a:pt x="546100" y="425577"/>
                  </a:lnTo>
                  <a:lnTo>
                    <a:pt x="514350" y="425577"/>
                  </a:lnTo>
                  <a:lnTo>
                    <a:pt x="482727" y="425577"/>
                  </a:lnTo>
                  <a:lnTo>
                    <a:pt x="463677" y="419100"/>
                  </a:lnTo>
                  <a:lnTo>
                    <a:pt x="432054" y="419100"/>
                  </a:lnTo>
                  <a:lnTo>
                    <a:pt x="412877" y="413004"/>
                  </a:lnTo>
                  <a:lnTo>
                    <a:pt x="387350" y="413004"/>
                  </a:lnTo>
                  <a:lnTo>
                    <a:pt x="374777" y="406527"/>
                  </a:lnTo>
                  <a:lnTo>
                    <a:pt x="343027" y="406527"/>
                  </a:lnTo>
                  <a:lnTo>
                    <a:pt x="330200" y="406527"/>
                  </a:lnTo>
                  <a:lnTo>
                    <a:pt x="317500" y="400050"/>
                  </a:lnTo>
                  <a:lnTo>
                    <a:pt x="285750" y="400050"/>
                  </a:lnTo>
                  <a:lnTo>
                    <a:pt x="273304" y="400050"/>
                  </a:lnTo>
                  <a:lnTo>
                    <a:pt x="241173" y="393954"/>
                  </a:lnTo>
                  <a:lnTo>
                    <a:pt x="228600" y="387477"/>
                  </a:lnTo>
                  <a:lnTo>
                    <a:pt x="184277" y="381000"/>
                  </a:lnTo>
                  <a:lnTo>
                    <a:pt x="146177" y="374777"/>
                  </a:lnTo>
                  <a:lnTo>
                    <a:pt x="127127" y="374777"/>
                  </a:lnTo>
                  <a:lnTo>
                    <a:pt x="82423" y="368300"/>
                  </a:lnTo>
                  <a:lnTo>
                    <a:pt x="50673" y="368300"/>
                  </a:lnTo>
                  <a:lnTo>
                    <a:pt x="0" y="368300"/>
                  </a:lnTo>
                  <a:lnTo>
                    <a:pt x="0" y="495300"/>
                  </a:lnTo>
                  <a:lnTo>
                    <a:pt x="50673" y="495300"/>
                  </a:lnTo>
                  <a:lnTo>
                    <a:pt x="95377" y="501777"/>
                  </a:lnTo>
                  <a:lnTo>
                    <a:pt x="114427" y="501777"/>
                  </a:lnTo>
                  <a:lnTo>
                    <a:pt x="152527" y="508000"/>
                  </a:lnTo>
                  <a:lnTo>
                    <a:pt x="196850" y="514477"/>
                  </a:lnTo>
                  <a:lnTo>
                    <a:pt x="209423" y="520954"/>
                  </a:lnTo>
                  <a:lnTo>
                    <a:pt x="241554" y="527050"/>
                  </a:lnTo>
                  <a:lnTo>
                    <a:pt x="273304" y="527050"/>
                  </a:lnTo>
                  <a:lnTo>
                    <a:pt x="285750" y="527050"/>
                  </a:lnTo>
                  <a:lnTo>
                    <a:pt x="298450" y="533527"/>
                  </a:lnTo>
                  <a:lnTo>
                    <a:pt x="330200" y="533527"/>
                  </a:lnTo>
                  <a:lnTo>
                    <a:pt x="343027" y="533527"/>
                  </a:lnTo>
                  <a:lnTo>
                    <a:pt x="355600" y="540004"/>
                  </a:lnTo>
                  <a:lnTo>
                    <a:pt x="381127" y="540004"/>
                  </a:lnTo>
                  <a:lnTo>
                    <a:pt x="400304" y="546100"/>
                  </a:lnTo>
                  <a:lnTo>
                    <a:pt x="431927" y="546100"/>
                  </a:lnTo>
                  <a:lnTo>
                    <a:pt x="450977" y="552577"/>
                  </a:lnTo>
                  <a:lnTo>
                    <a:pt x="482727" y="552577"/>
                  </a:lnTo>
                  <a:lnTo>
                    <a:pt x="514350" y="552577"/>
                  </a:lnTo>
                  <a:lnTo>
                    <a:pt x="533527" y="559054"/>
                  </a:lnTo>
                  <a:lnTo>
                    <a:pt x="565150" y="559054"/>
                  </a:lnTo>
                  <a:lnTo>
                    <a:pt x="590677" y="565150"/>
                  </a:lnTo>
                  <a:lnTo>
                    <a:pt x="609727" y="565150"/>
                  </a:lnTo>
                  <a:lnTo>
                    <a:pt x="622427" y="571627"/>
                  </a:lnTo>
                  <a:lnTo>
                    <a:pt x="641477" y="571627"/>
                  </a:lnTo>
                  <a:lnTo>
                    <a:pt x="666623" y="577850"/>
                  </a:lnTo>
                  <a:lnTo>
                    <a:pt x="698373" y="577850"/>
                  </a:lnTo>
                  <a:lnTo>
                    <a:pt x="914400" y="577850"/>
                  </a:lnTo>
                  <a:lnTo>
                    <a:pt x="939927" y="571627"/>
                  </a:lnTo>
                  <a:lnTo>
                    <a:pt x="952627" y="571627"/>
                  </a:lnTo>
                  <a:lnTo>
                    <a:pt x="971677" y="565150"/>
                  </a:lnTo>
                  <a:lnTo>
                    <a:pt x="996823" y="565150"/>
                  </a:lnTo>
                  <a:lnTo>
                    <a:pt x="1022477" y="559054"/>
                  </a:lnTo>
                  <a:lnTo>
                    <a:pt x="1041527" y="552577"/>
                  </a:lnTo>
                  <a:lnTo>
                    <a:pt x="1054100" y="552577"/>
                  </a:lnTo>
                  <a:lnTo>
                    <a:pt x="1079627" y="546100"/>
                  </a:lnTo>
                  <a:lnTo>
                    <a:pt x="1092200" y="540004"/>
                  </a:lnTo>
                  <a:lnTo>
                    <a:pt x="1098677" y="540004"/>
                  </a:lnTo>
                  <a:lnTo>
                    <a:pt x="1117854" y="533527"/>
                  </a:lnTo>
                  <a:lnTo>
                    <a:pt x="1149477" y="533527"/>
                  </a:lnTo>
                  <a:lnTo>
                    <a:pt x="1162050" y="527050"/>
                  </a:lnTo>
                  <a:lnTo>
                    <a:pt x="1181227" y="527050"/>
                  </a:lnTo>
                  <a:lnTo>
                    <a:pt x="1187704" y="520954"/>
                  </a:lnTo>
                  <a:lnTo>
                    <a:pt x="1212837" y="520954"/>
                  </a:lnTo>
                  <a:lnTo>
                    <a:pt x="1219327" y="514477"/>
                  </a:lnTo>
                  <a:lnTo>
                    <a:pt x="1225423" y="514477"/>
                  </a:lnTo>
                  <a:lnTo>
                    <a:pt x="1244587" y="508000"/>
                  </a:lnTo>
                  <a:lnTo>
                    <a:pt x="1257554" y="508000"/>
                  </a:lnTo>
                  <a:lnTo>
                    <a:pt x="1263637" y="501777"/>
                  </a:lnTo>
                  <a:lnTo>
                    <a:pt x="1276604" y="501777"/>
                  </a:lnTo>
                  <a:lnTo>
                    <a:pt x="1289177" y="495300"/>
                  </a:lnTo>
                  <a:lnTo>
                    <a:pt x="1301750" y="495300"/>
                  </a:lnTo>
                  <a:lnTo>
                    <a:pt x="1308227" y="489204"/>
                  </a:lnTo>
                  <a:lnTo>
                    <a:pt x="1333500" y="489204"/>
                  </a:lnTo>
                  <a:lnTo>
                    <a:pt x="1339977" y="482727"/>
                  </a:lnTo>
                  <a:lnTo>
                    <a:pt x="1371600" y="482727"/>
                  </a:lnTo>
                  <a:lnTo>
                    <a:pt x="1378077" y="476250"/>
                  </a:lnTo>
                  <a:lnTo>
                    <a:pt x="1390650" y="476250"/>
                  </a:lnTo>
                  <a:lnTo>
                    <a:pt x="1422400" y="476250"/>
                  </a:lnTo>
                  <a:lnTo>
                    <a:pt x="1422400" y="343154"/>
                  </a:lnTo>
                  <a:close/>
                  <a:moveTo>
                    <a:pt x="8064119" y="31750"/>
                  </a:moveTo>
                  <a:lnTo>
                    <a:pt x="8038973" y="31750"/>
                  </a:lnTo>
                  <a:lnTo>
                    <a:pt x="8032496" y="25654"/>
                  </a:lnTo>
                  <a:lnTo>
                    <a:pt x="8007223" y="25654"/>
                  </a:lnTo>
                  <a:lnTo>
                    <a:pt x="7994269" y="19177"/>
                  </a:lnTo>
                  <a:lnTo>
                    <a:pt x="7962519" y="19177"/>
                  </a:lnTo>
                  <a:lnTo>
                    <a:pt x="7747000" y="19177"/>
                  </a:lnTo>
                  <a:lnTo>
                    <a:pt x="7695819" y="12700"/>
                  </a:lnTo>
                  <a:lnTo>
                    <a:pt x="7664069" y="12700"/>
                  </a:lnTo>
                  <a:lnTo>
                    <a:pt x="7658100" y="12700"/>
                  </a:lnTo>
                  <a:lnTo>
                    <a:pt x="7632446" y="6477"/>
                  </a:lnTo>
                  <a:lnTo>
                    <a:pt x="7600696" y="6477"/>
                  </a:lnTo>
                  <a:lnTo>
                    <a:pt x="7441946" y="6477"/>
                  </a:lnTo>
                  <a:lnTo>
                    <a:pt x="7403846" y="12700"/>
                  </a:lnTo>
                  <a:lnTo>
                    <a:pt x="7391273" y="12700"/>
                  </a:lnTo>
                  <a:lnTo>
                    <a:pt x="7372096" y="19177"/>
                  </a:lnTo>
                  <a:lnTo>
                    <a:pt x="7353046" y="19177"/>
                  </a:lnTo>
                  <a:lnTo>
                    <a:pt x="7321423" y="25654"/>
                  </a:lnTo>
                  <a:lnTo>
                    <a:pt x="7302246" y="31750"/>
                  </a:lnTo>
                  <a:lnTo>
                    <a:pt x="7276719" y="31750"/>
                  </a:lnTo>
                  <a:lnTo>
                    <a:pt x="7270623" y="38227"/>
                  </a:lnTo>
                  <a:lnTo>
                    <a:pt x="7258050" y="38227"/>
                  </a:lnTo>
                  <a:lnTo>
                    <a:pt x="7239000" y="44704"/>
                  </a:lnTo>
                  <a:lnTo>
                    <a:pt x="7194296" y="44704"/>
                  </a:lnTo>
                  <a:lnTo>
                    <a:pt x="7169150" y="50800"/>
                  </a:lnTo>
                  <a:lnTo>
                    <a:pt x="7143496" y="50800"/>
                  </a:lnTo>
                  <a:lnTo>
                    <a:pt x="7137019" y="57277"/>
                  </a:lnTo>
                  <a:lnTo>
                    <a:pt x="7080123" y="57277"/>
                  </a:lnTo>
                  <a:lnTo>
                    <a:pt x="7067169" y="63754"/>
                  </a:lnTo>
                  <a:lnTo>
                    <a:pt x="7010400" y="63754"/>
                  </a:lnTo>
                  <a:lnTo>
                    <a:pt x="6997319" y="69850"/>
                  </a:lnTo>
                  <a:lnTo>
                    <a:pt x="6940550" y="69850"/>
                  </a:lnTo>
                  <a:lnTo>
                    <a:pt x="6902323" y="76327"/>
                  </a:lnTo>
                  <a:lnTo>
                    <a:pt x="6870700" y="76327"/>
                  </a:lnTo>
                  <a:lnTo>
                    <a:pt x="6825996" y="82550"/>
                  </a:lnTo>
                  <a:lnTo>
                    <a:pt x="6737096" y="82550"/>
                  </a:lnTo>
                  <a:lnTo>
                    <a:pt x="6673723" y="89027"/>
                  </a:lnTo>
                  <a:lnTo>
                    <a:pt x="6578346" y="89027"/>
                  </a:lnTo>
                  <a:lnTo>
                    <a:pt x="6483350" y="101600"/>
                  </a:lnTo>
                  <a:lnTo>
                    <a:pt x="6203696" y="101600"/>
                  </a:lnTo>
                  <a:lnTo>
                    <a:pt x="6171946" y="95504"/>
                  </a:lnTo>
                  <a:lnTo>
                    <a:pt x="6140196" y="95504"/>
                  </a:lnTo>
                  <a:lnTo>
                    <a:pt x="6127623" y="95504"/>
                  </a:lnTo>
                  <a:lnTo>
                    <a:pt x="6095619" y="89027"/>
                  </a:lnTo>
                  <a:lnTo>
                    <a:pt x="6063996" y="89027"/>
                  </a:lnTo>
                  <a:lnTo>
                    <a:pt x="6032246" y="82550"/>
                  </a:lnTo>
                  <a:lnTo>
                    <a:pt x="6006719" y="82550"/>
                  </a:lnTo>
                  <a:lnTo>
                    <a:pt x="5968873" y="76327"/>
                  </a:lnTo>
                  <a:lnTo>
                    <a:pt x="5937123" y="76327"/>
                  </a:lnTo>
                  <a:lnTo>
                    <a:pt x="5879973" y="76327"/>
                  </a:lnTo>
                  <a:lnTo>
                    <a:pt x="5822823" y="69850"/>
                  </a:lnTo>
                  <a:lnTo>
                    <a:pt x="5797169" y="63754"/>
                  </a:lnTo>
                  <a:lnTo>
                    <a:pt x="5727319" y="57277"/>
                  </a:lnTo>
                  <a:lnTo>
                    <a:pt x="5695569" y="57277"/>
                  </a:lnTo>
                  <a:lnTo>
                    <a:pt x="5676646" y="57277"/>
                  </a:lnTo>
                  <a:lnTo>
                    <a:pt x="5657469" y="44704"/>
                  </a:lnTo>
                  <a:lnTo>
                    <a:pt x="5625719" y="44704"/>
                  </a:lnTo>
                  <a:lnTo>
                    <a:pt x="5619750" y="44704"/>
                  </a:lnTo>
                  <a:lnTo>
                    <a:pt x="5581523" y="38227"/>
                  </a:lnTo>
                  <a:lnTo>
                    <a:pt x="5549773" y="38227"/>
                  </a:lnTo>
                  <a:lnTo>
                    <a:pt x="5543423" y="38227"/>
                  </a:lnTo>
                  <a:lnTo>
                    <a:pt x="5524373" y="31750"/>
                  </a:lnTo>
                  <a:lnTo>
                    <a:pt x="5416296" y="19177"/>
                  </a:lnTo>
                  <a:lnTo>
                    <a:pt x="5365623" y="6477"/>
                  </a:lnTo>
                  <a:lnTo>
                    <a:pt x="5314823" y="0"/>
                  </a:lnTo>
                  <a:lnTo>
                    <a:pt x="5283073" y="0"/>
                  </a:lnTo>
                  <a:lnTo>
                    <a:pt x="4889246" y="0"/>
                  </a:lnTo>
                  <a:lnTo>
                    <a:pt x="4838446" y="6477"/>
                  </a:lnTo>
                  <a:lnTo>
                    <a:pt x="4819396" y="6477"/>
                  </a:lnTo>
                  <a:lnTo>
                    <a:pt x="4762119" y="12700"/>
                  </a:lnTo>
                  <a:lnTo>
                    <a:pt x="4736973" y="12700"/>
                  </a:lnTo>
                  <a:lnTo>
                    <a:pt x="4686173" y="19177"/>
                  </a:lnTo>
                  <a:lnTo>
                    <a:pt x="4641596" y="25654"/>
                  </a:lnTo>
                  <a:lnTo>
                    <a:pt x="4571746" y="25654"/>
                  </a:lnTo>
                  <a:lnTo>
                    <a:pt x="4533506" y="31750"/>
                  </a:lnTo>
                  <a:lnTo>
                    <a:pt x="4514850" y="31750"/>
                  </a:lnTo>
                  <a:lnTo>
                    <a:pt x="4463656" y="38227"/>
                  </a:lnTo>
                  <a:lnTo>
                    <a:pt x="4298823" y="38227"/>
                  </a:lnTo>
                  <a:lnTo>
                    <a:pt x="4254119" y="50800"/>
                  </a:lnTo>
                  <a:lnTo>
                    <a:pt x="4038600" y="50800"/>
                  </a:lnTo>
                  <a:lnTo>
                    <a:pt x="4019423" y="57277"/>
                  </a:lnTo>
                  <a:lnTo>
                    <a:pt x="4013073" y="57277"/>
                  </a:lnTo>
                  <a:lnTo>
                    <a:pt x="3981323" y="57277"/>
                  </a:lnTo>
                  <a:lnTo>
                    <a:pt x="3981323" y="190754"/>
                  </a:lnTo>
                  <a:lnTo>
                    <a:pt x="4013073" y="190754"/>
                  </a:lnTo>
                  <a:lnTo>
                    <a:pt x="4013073" y="184277"/>
                  </a:lnTo>
                  <a:lnTo>
                    <a:pt x="4051173" y="184277"/>
                  </a:lnTo>
                  <a:lnTo>
                    <a:pt x="4070223" y="177800"/>
                  </a:lnTo>
                  <a:lnTo>
                    <a:pt x="4285869" y="177800"/>
                  </a:lnTo>
                  <a:lnTo>
                    <a:pt x="4330573" y="165227"/>
                  </a:lnTo>
                  <a:lnTo>
                    <a:pt x="4495406" y="165227"/>
                  </a:lnTo>
                  <a:lnTo>
                    <a:pt x="4546600" y="158750"/>
                  </a:lnTo>
                  <a:lnTo>
                    <a:pt x="4565256" y="158750"/>
                  </a:lnTo>
                  <a:lnTo>
                    <a:pt x="4603496" y="152654"/>
                  </a:lnTo>
                  <a:lnTo>
                    <a:pt x="4673346" y="152654"/>
                  </a:lnTo>
                  <a:lnTo>
                    <a:pt x="4717923" y="146177"/>
                  </a:lnTo>
                  <a:lnTo>
                    <a:pt x="4768723" y="139700"/>
                  </a:lnTo>
                  <a:lnTo>
                    <a:pt x="4793869" y="139700"/>
                  </a:lnTo>
                  <a:lnTo>
                    <a:pt x="4851146" y="133604"/>
                  </a:lnTo>
                  <a:lnTo>
                    <a:pt x="4870196" y="133604"/>
                  </a:lnTo>
                  <a:lnTo>
                    <a:pt x="4920996" y="127000"/>
                  </a:lnTo>
                  <a:lnTo>
                    <a:pt x="5283073" y="127000"/>
                  </a:lnTo>
                  <a:lnTo>
                    <a:pt x="5333873" y="133604"/>
                  </a:lnTo>
                  <a:lnTo>
                    <a:pt x="5384546" y="146177"/>
                  </a:lnTo>
                  <a:lnTo>
                    <a:pt x="5492623" y="158750"/>
                  </a:lnTo>
                  <a:lnTo>
                    <a:pt x="5511673" y="165227"/>
                  </a:lnTo>
                  <a:lnTo>
                    <a:pt x="5543423" y="165227"/>
                  </a:lnTo>
                  <a:lnTo>
                    <a:pt x="5549773" y="165227"/>
                  </a:lnTo>
                  <a:lnTo>
                    <a:pt x="5588000" y="171704"/>
                  </a:lnTo>
                  <a:lnTo>
                    <a:pt x="5619750" y="171704"/>
                  </a:lnTo>
                  <a:lnTo>
                    <a:pt x="5625719" y="171704"/>
                  </a:lnTo>
                  <a:lnTo>
                    <a:pt x="5644896" y="184277"/>
                  </a:lnTo>
                  <a:lnTo>
                    <a:pt x="5676646" y="184277"/>
                  </a:lnTo>
                  <a:lnTo>
                    <a:pt x="5695569" y="184277"/>
                  </a:lnTo>
                  <a:lnTo>
                    <a:pt x="5765419" y="190754"/>
                  </a:lnTo>
                  <a:lnTo>
                    <a:pt x="5791073" y="196850"/>
                  </a:lnTo>
                  <a:lnTo>
                    <a:pt x="5848223" y="203327"/>
                  </a:lnTo>
                  <a:lnTo>
                    <a:pt x="5879973" y="203327"/>
                  </a:lnTo>
                  <a:lnTo>
                    <a:pt x="5937123" y="203327"/>
                  </a:lnTo>
                  <a:lnTo>
                    <a:pt x="5974969" y="209550"/>
                  </a:lnTo>
                  <a:lnTo>
                    <a:pt x="6000496" y="209550"/>
                  </a:lnTo>
                  <a:lnTo>
                    <a:pt x="6032246" y="216027"/>
                  </a:lnTo>
                  <a:lnTo>
                    <a:pt x="6063869" y="216027"/>
                  </a:lnTo>
                  <a:lnTo>
                    <a:pt x="6096000" y="222504"/>
                  </a:lnTo>
                  <a:lnTo>
                    <a:pt x="6127623" y="222504"/>
                  </a:lnTo>
                  <a:lnTo>
                    <a:pt x="6140196" y="222504"/>
                  </a:lnTo>
                  <a:lnTo>
                    <a:pt x="6171946" y="228600"/>
                  </a:lnTo>
                  <a:lnTo>
                    <a:pt x="6203696" y="228600"/>
                  </a:lnTo>
                  <a:lnTo>
                    <a:pt x="6515100" y="228600"/>
                  </a:lnTo>
                  <a:lnTo>
                    <a:pt x="6610096" y="216027"/>
                  </a:lnTo>
                  <a:lnTo>
                    <a:pt x="6705473" y="216027"/>
                  </a:lnTo>
                  <a:lnTo>
                    <a:pt x="6768846" y="209550"/>
                  </a:lnTo>
                  <a:lnTo>
                    <a:pt x="6857746" y="209550"/>
                  </a:lnTo>
                  <a:lnTo>
                    <a:pt x="6902450" y="203327"/>
                  </a:lnTo>
                  <a:lnTo>
                    <a:pt x="6934073" y="203327"/>
                  </a:lnTo>
                  <a:lnTo>
                    <a:pt x="6972300" y="196850"/>
                  </a:lnTo>
                  <a:lnTo>
                    <a:pt x="7029069" y="196850"/>
                  </a:lnTo>
                  <a:lnTo>
                    <a:pt x="7042023" y="190754"/>
                  </a:lnTo>
                  <a:lnTo>
                    <a:pt x="7098919" y="190754"/>
                  </a:lnTo>
                  <a:lnTo>
                    <a:pt x="7111873" y="184277"/>
                  </a:lnTo>
                  <a:lnTo>
                    <a:pt x="7168769" y="184277"/>
                  </a:lnTo>
                  <a:lnTo>
                    <a:pt x="7175246" y="177800"/>
                  </a:lnTo>
                  <a:lnTo>
                    <a:pt x="7200900" y="177800"/>
                  </a:lnTo>
                  <a:lnTo>
                    <a:pt x="7226046" y="171704"/>
                  </a:lnTo>
                  <a:lnTo>
                    <a:pt x="7270623" y="171704"/>
                  </a:lnTo>
                  <a:lnTo>
                    <a:pt x="7289800" y="165227"/>
                  </a:lnTo>
                  <a:lnTo>
                    <a:pt x="7302373" y="165227"/>
                  </a:lnTo>
                  <a:lnTo>
                    <a:pt x="7308469" y="158750"/>
                  </a:lnTo>
                  <a:lnTo>
                    <a:pt x="7333996" y="158750"/>
                  </a:lnTo>
                  <a:lnTo>
                    <a:pt x="7353173" y="152654"/>
                  </a:lnTo>
                  <a:lnTo>
                    <a:pt x="7384796" y="146177"/>
                  </a:lnTo>
                  <a:lnTo>
                    <a:pt x="7403846" y="146177"/>
                  </a:lnTo>
                  <a:lnTo>
                    <a:pt x="7423023" y="139700"/>
                  </a:lnTo>
                  <a:lnTo>
                    <a:pt x="7435596" y="139700"/>
                  </a:lnTo>
                  <a:lnTo>
                    <a:pt x="7473696" y="133604"/>
                  </a:lnTo>
                  <a:lnTo>
                    <a:pt x="7600696" y="133604"/>
                  </a:lnTo>
                  <a:lnTo>
                    <a:pt x="7626350" y="139700"/>
                  </a:lnTo>
                  <a:lnTo>
                    <a:pt x="7658100" y="139700"/>
                  </a:lnTo>
                  <a:lnTo>
                    <a:pt x="7664069" y="139700"/>
                  </a:lnTo>
                  <a:lnTo>
                    <a:pt x="7715250" y="146177"/>
                  </a:lnTo>
                  <a:lnTo>
                    <a:pt x="7747000" y="146177"/>
                  </a:lnTo>
                  <a:lnTo>
                    <a:pt x="7962519" y="146177"/>
                  </a:lnTo>
                  <a:lnTo>
                    <a:pt x="7975473" y="152654"/>
                  </a:lnTo>
                  <a:lnTo>
                    <a:pt x="8000746" y="152654"/>
                  </a:lnTo>
                  <a:lnTo>
                    <a:pt x="8007223" y="158750"/>
                  </a:lnTo>
                  <a:lnTo>
                    <a:pt x="8038973" y="158750"/>
                  </a:lnTo>
                  <a:lnTo>
                    <a:pt x="8064119" y="158750"/>
                  </a:lnTo>
                  <a:lnTo>
                    <a:pt x="8064119" y="31750"/>
                  </a:lnTo>
                  <a:close/>
                </a:path>
              </a:pathLst>
            </a:custGeom>
            <a:solidFill>
              <a:srgbClr val="ffff00">
                <a:alpha val="50000"/>
              </a:srgbClr>
            </a:solidFill>
            <a:ln>
              <a:noFill/>
            </a:ln>
          </p:spPr>
          <p:style>
            <a:lnRef idx="0"/>
            <a:fillRef idx="0"/>
            <a:effectRef idx="0"/>
            <a:fontRef idx="minor"/>
          </p:style>
        </p:sp>
      </p:grpSp>
      <p:sp>
        <p:nvSpPr>
          <p:cNvPr id="351" name="CustomShape 3"/>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FC5BB940-7751-458C-A871-4BA2480815F3}"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CustomShape 1"/>
          <p:cNvSpPr/>
          <p:nvPr/>
        </p:nvSpPr>
        <p:spPr>
          <a:xfrm>
            <a:off x="609840" y="411480"/>
            <a:ext cx="129132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7" strike="noStrike">
                <a:solidFill>
                  <a:srgbClr val="330066"/>
                </a:solidFill>
                <a:latin typeface="Arial"/>
                <a:ea typeface="DejaVu Sans"/>
              </a:rPr>
              <a:t>place</a:t>
            </a:r>
            <a:endParaRPr b="0" lang="en-US" sz="3900" spc="-1" strike="noStrike">
              <a:latin typeface="Arial"/>
            </a:endParaRPr>
          </a:p>
        </p:txBody>
      </p:sp>
      <p:sp>
        <p:nvSpPr>
          <p:cNvPr id="353"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89973660-27CA-4B3C-94D7-D869CDE89A82}"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354" name="CustomShape 3"/>
          <p:cNvSpPr/>
          <p:nvPr/>
        </p:nvSpPr>
        <p:spPr>
          <a:xfrm>
            <a:off x="688320" y="1309680"/>
            <a:ext cx="10798920" cy="4622760"/>
          </a:xfrm>
          <a:prstGeom prst="rect">
            <a:avLst/>
          </a:prstGeom>
          <a:noFill/>
          <a:ln>
            <a:noFill/>
          </a:ln>
        </p:spPr>
        <p:style>
          <a:lnRef idx="0"/>
          <a:fillRef idx="0"/>
          <a:effectRef idx="0"/>
          <a:fontRef idx="minor"/>
        </p:style>
        <p:txBody>
          <a:bodyPr lIns="0" rIns="0" tIns="85680" bIns="0">
            <a:spAutoFit/>
          </a:bodyPr>
          <a:p>
            <a:pPr marL="355680" indent="-342000">
              <a:lnSpc>
                <a:spcPct val="100000"/>
              </a:lnSpc>
              <a:spcBef>
                <a:spcPts val="675"/>
              </a:spcBef>
              <a:buClr>
                <a:srgbClr val="330066"/>
              </a:buClr>
              <a:buSzPct val="69000"/>
              <a:buFont typeface="Wingdings" charset="2"/>
              <a:buChar char=""/>
              <a:tabLst>
                <a:tab algn="l" pos="354960"/>
                <a:tab algn="l" pos="355680"/>
              </a:tabLst>
            </a:pPr>
            <a:r>
              <a:rPr b="0" lang="en-US" sz="2400" spc="-7" strike="noStrike">
                <a:solidFill>
                  <a:srgbClr val="000000"/>
                </a:solidFill>
                <a:latin typeface="Arial"/>
                <a:ea typeface="DejaVu Sans"/>
              </a:rPr>
              <a:t>place</a:t>
            </a:r>
            <a:r>
              <a:rPr b="0" lang="en-US" sz="2400" spc="4" strike="noStrike">
                <a:solidFill>
                  <a:srgbClr val="000000"/>
                </a:solidFill>
                <a:latin typeface="Arial"/>
                <a:ea typeface="DejaVu Sans"/>
              </a:rPr>
              <a:t> </a:t>
            </a:r>
            <a:r>
              <a:rPr b="0" lang="en-US" sz="2400" spc="-7" strike="noStrike">
                <a:solidFill>
                  <a:srgbClr val="000000"/>
                </a:solidFill>
                <a:latin typeface="Arial"/>
                <a:ea typeface="DejaVu Sans"/>
              </a:rPr>
              <a:t>can</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be</a:t>
            </a:r>
            <a:r>
              <a:rPr b="0" lang="en-US" sz="2400" spc="18" strike="noStrike">
                <a:solidFill>
                  <a:srgbClr val="000000"/>
                </a:solidFill>
                <a:latin typeface="Arial"/>
                <a:ea typeface="DejaVu Sans"/>
              </a:rPr>
              <a:t> </a:t>
            </a:r>
            <a:r>
              <a:rPr b="0" lang="en-US" sz="2400" spc="-7" strike="noStrike">
                <a:solidFill>
                  <a:srgbClr val="000000"/>
                </a:solidFill>
                <a:latin typeface="Arial"/>
                <a:ea typeface="DejaVu Sans"/>
              </a:rPr>
              <a:t>used</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in</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order</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to</a:t>
            </a:r>
            <a:r>
              <a:rPr b="0" lang="en-US" sz="2400" spc="-21" strike="noStrike">
                <a:solidFill>
                  <a:srgbClr val="000000"/>
                </a:solidFill>
                <a:latin typeface="Arial"/>
                <a:ea typeface="DejaVu Sans"/>
              </a:rPr>
              <a:t> </a:t>
            </a:r>
            <a:r>
              <a:rPr b="0" lang="en-US" sz="2400" spc="-1" strike="noStrike">
                <a:solidFill>
                  <a:srgbClr val="000000"/>
                </a:solidFill>
                <a:latin typeface="Arial"/>
                <a:ea typeface="DejaVu Sans"/>
              </a:rPr>
              <a:t>specify</a:t>
            </a:r>
            <a:r>
              <a:rPr b="0" lang="en-US" sz="2400" spc="18" strike="noStrike">
                <a:solidFill>
                  <a:srgbClr val="000000"/>
                </a:solidFill>
                <a:latin typeface="Arial"/>
                <a:ea typeface="DejaVu Sans"/>
              </a:rPr>
              <a:t> </a:t>
            </a:r>
            <a:r>
              <a:rPr b="0" lang="en-US" sz="2400" spc="-7" strike="noStrike">
                <a:solidFill>
                  <a:srgbClr val="000000"/>
                </a:solidFill>
                <a:latin typeface="Arial"/>
                <a:ea typeface="DejaVu Sans"/>
              </a:rPr>
              <a:t>an</a:t>
            </a:r>
            <a:r>
              <a:rPr b="0" lang="en-US" sz="2400" spc="-1" strike="noStrike">
                <a:solidFill>
                  <a:srgbClr val="000000"/>
                </a:solidFill>
                <a:latin typeface="Arial"/>
                <a:ea typeface="DejaVu Sans"/>
              </a:rPr>
              <a:t> exact location</a:t>
            </a:r>
            <a:r>
              <a:rPr b="0" lang="en-US" sz="2400" spc="18" strike="noStrike">
                <a:solidFill>
                  <a:srgbClr val="000000"/>
                </a:solidFill>
                <a:latin typeface="Arial"/>
                <a:ea typeface="DejaVu Sans"/>
              </a:rPr>
              <a:t> </a:t>
            </a:r>
            <a:r>
              <a:rPr b="0" lang="en-US" sz="2400" spc="-1" strike="noStrike">
                <a:solidFill>
                  <a:srgbClr val="000000"/>
                </a:solidFill>
                <a:latin typeface="Arial"/>
                <a:ea typeface="DejaVu Sans"/>
              </a:rPr>
              <a:t>for</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a</a:t>
            </a:r>
            <a:r>
              <a:rPr b="0" lang="en-US" sz="2400" spc="-1" strike="noStrike">
                <a:solidFill>
                  <a:srgbClr val="000000"/>
                </a:solidFill>
                <a:latin typeface="Arial"/>
                <a:ea typeface="DejaVu Sans"/>
              </a:rPr>
              <a:t> particular</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widget.</a:t>
            </a:r>
            <a:endParaRPr b="0" lang="en-US" sz="2400" spc="-1" strike="noStrike">
              <a:latin typeface="Arial"/>
            </a:endParaRPr>
          </a:p>
          <a:p>
            <a:pPr marL="355680" indent="-342000">
              <a:lnSpc>
                <a:spcPct val="100000"/>
              </a:lnSpc>
              <a:spcBef>
                <a:spcPts val="581"/>
              </a:spcBef>
              <a:buClr>
                <a:srgbClr val="330066"/>
              </a:buClr>
              <a:buSzPct val="69000"/>
              <a:buFont typeface="Wingdings" charset="2"/>
              <a:buChar char=""/>
              <a:tabLst>
                <a:tab algn="l" pos="354960"/>
                <a:tab algn="l" pos="355680"/>
              </a:tabLst>
            </a:pPr>
            <a:r>
              <a:rPr b="0" lang="en-US" sz="2400" spc="-7" strike="noStrike">
                <a:solidFill>
                  <a:srgbClr val="000000"/>
                </a:solidFill>
                <a:latin typeface="Arial"/>
                <a:ea typeface="DejaVu Sans"/>
              </a:rPr>
              <a:t>place</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takes</a:t>
            </a:r>
            <a:r>
              <a:rPr b="0" lang="en-US" sz="2400" spc="4" strike="noStrike">
                <a:solidFill>
                  <a:srgbClr val="000000"/>
                </a:solidFill>
                <a:latin typeface="Arial"/>
                <a:ea typeface="DejaVu Sans"/>
              </a:rPr>
              <a:t> </a:t>
            </a:r>
            <a:r>
              <a:rPr b="0" lang="en-US" sz="2400" spc="-7" strike="noStrike">
                <a:solidFill>
                  <a:srgbClr val="000000"/>
                </a:solidFill>
                <a:latin typeface="Arial"/>
                <a:ea typeface="DejaVu Sans"/>
              </a:rPr>
              <a:t>either</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x </a:t>
            </a:r>
            <a:r>
              <a:rPr b="0" lang="en-US" sz="2400" spc="-7" strike="noStrike">
                <a:solidFill>
                  <a:srgbClr val="000000"/>
                </a:solidFill>
                <a:latin typeface="Arial"/>
                <a:ea typeface="DejaVu Sans"/>
              </a:rPr>
              <a:t>and</a:t>
            </a:r>
            <a:r>
              <a:rPr b="0" lang="en-US" sz="2400" spc="7" strike="noStrike">
                <a:solidFill>
                  <a:srgbClr val="000000"/>
                </a:solidFill>
                <a:latin typeface="Arial"/>
                <a:ea typeface="DejaVu Sans"/>
              </a:rPr>
              <a:t> </a:t>
            </a:r>
            <a:r>
              <a:rPr b="0" lang="en-US" sz="2400" spc="-1" strike="noStrike">
                <a:solidFill>
                  <a:srgbClr val="000000"/>
                </a:solidFill>
                <a:latin typeface="Arial"/>
                <a:ea typeface="DejaVu Sans"/>
              </a:rPr>
              <a:t>y </a:t>
            </a:r>
            <a:r>
              <a:rPr b="0" lang="en-US" sz="2400" spc="-7" strike="noStrike">
                <a:solidFill>
                  <a:srgbClr val="000000"/>
                </a:solidFill>
                <a:latin typeface="Arial"/>
                <a:ea typeface="DejaVu Sans"/>
              </a:rPr>
              <a:t>coordinates</a:t>
            </a:r>
            <a:r>
              <a:rPr b="0" lang="en-US" sz="2400" spc="26" strike="noStrike">
                <a:solidFill>
                  <a:srgbClr val="000000"/>
                </a:solidFill>
                <a:latin typeface="Arial"/>
                <a:ea typeface="DejaVu Sans"/>
              </a:rPr>
              <a:t> </a:t>
            </a:r>
            <a:r>
              <a:rPr b="0" lang="en-US" sz="2400" spc="-7" strike="noStrike">
                <a:solidFill>
                  <a:srgbClr val="000000"/>
                </a:solidFill>
                <a:latin typeface="Arial"/>
                <a:ea typeface="DejaVu Sans"/>
              </a:rPr>
              <a:t>(in</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pixels)</a:t>
            </a:r>
            <a:r>
              <a:rPr b="0" lang="en-US" sz="2400" spc="18" strike="noStrike">
                <a:solidFill>
                  <a:srgbClr val="000000"/>
                </a:solidFill>
                <a:latin typeface="Arial"/>
                <a:ea typeface="DejaVu Sans"/>
              </a:rPr>
              <a:t> </a:t>
            </a:r>
            <a:r>
              <a:rPr b="0" lang="en-US" sz="2400" spc="-1" strike="noStrike">
                <a:solidFill>
                  <a:srgbClr val="000000"/>
                </a:solidFill>
                <a:latin typeface="Arial"/>
                <a:ea typeface="DejaVu Sans"/>
              </a:rPr>
              <a:t>to specify</a:t>
            </a:r>
            <a:r>
              <a:rPr b="0" lang="en-US" sz="2400" spc="4" strike="noStrike">
                <a:solidFill>
                  <a:srgbClr val="000000"/>
                </a:solidFill>
                <a:latin typeface="Arial"/>
                <a:ea typeface="DejaVu Sans"/>
              </a:rPr>
              <a:t> </a:t>
            </a:r>
            <a:r>
              <a:rPr b="0" lang="en-US" sz="2400" spc="-7" strike="noStrike">
                <a:solidFill>
                  <a:srgbClr val="000000"/>
                </a:solidFill>
                <a:latin typeface="Arial"/>
                <a:ea typeface="DejaVu Sans"/>
              </a:rPr>
              <a:t>an</a:t>
            </a:r>
            <a:r>
              <a:rPr b="0" lang="en-US" sz="2400" spc="-1" strike="noStrike">
                <a:solidFill>
                  <a:srgbClr val="000000"/>
                </a:solidFill>
                <a:latin typeface="Arial"/>
                <a:ea typeface="DejaVu Sans"/>
              </a:rPr>
              <a:t> exact</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spot,  </a:t>
            </a:r>
            <a:r>
              <a:rPr b="0" lang="en-US" sz="2400" spc="-7" strike="noStrike">
                <a:solidFill>
                  <a:srgbClr val="000000"/>
                </a:solidFill>
                <a:latin typeface="Arial"/>
                <a:ea typeface="DejaVu Sans"/>
              </a:rPr>
              <a:t>which</a:t>
            </a:r>
            <a:r>
              <a:rPr b="0" lang="en-US" sz="2400" spc="24" strike="noStrike">
                <a:solidFill>
                  <a:srgbClr val="000000"/>
                </a:solidFill>
                <a:latin typeface="Arial"/>
                <a:ea typeface="DejaVu Sans"/>
              </a:rPr>
              <a:t> </a:t>
            </a:r>
            <a:r>
              <a:rPr b="0" lang="en-US" sz="2400" spc="-7" strike="noStrike">
                <a:solidFill>
                  <a:srgbClr val="000000"/>
                </a:solidFill>
                <a:latin typeface="Arial"/>
                <a:ea typeface="DejaVu Sans"/>
              </a:rPr>
              <a:t>will</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not </a:t>
            </a:r>
            <a:r>
              <a:rPr b="0" lang="en-US" sz="2400" spc="-7" strike="noStrike">
                <a:solidFill>
                  <a:srgbClr val="000000"/>
                </a:solidFill>
                <a:latin typeface="Arial"/>
                <a:ea typeface="DejaVu Sans"/>
              </a:rPr>
              <a:t>change</a:t>
            </a:r>
            <a:r>
              <a:rPr b="0" lang="en-US" sz="2400" spc="26" strike="noStrike">
                <a:solidFill>
                  <a:srgbClr val="000000"/>
                </a:solidFill>
                <a:latin typeface="Arial"/>
                <a:ea typeface="DejaVu Sans"/>
              </a:rPr>
              <a:t> </a:t>
            </a:r>
            <a:r>
              <a:rPr b="0" lang="en-US" sz="2400" spc="-7" strike="noStrike">
                <a:solidFill>
                  <a:srgbClr val="000000"/>
                </a:solidFill>
                <a:latin typeface="Arial"/>
                <a:ea typeface="DejaVu Sans"/>
              </a:rPr>
              <a:t>as</a:t>
            </a:r>
            <a:r>
              <a:rPr b="0" lang="en-US" sz="2400" spc="-1" strike="noStrike">
                <a:solidFill>
                  <a:srgbClr val="000000"/>
                </a:solidFill>
                <a:latin typeface="Arial"/>
                <a:ea typeface="DejaVu Sans"/>
              </a:rPr>
              <a:t> the</a:t>
            </a:r>
            <a:r>
              <a:rPr b="0" lang="en-US" sz="2400" spc="-7" strike="noStrike">
                <a:solidFill>
                  <a:srgbClr val="000000"/>
                </a:solidFill>
                <a:latin typeface="Arial"/>
                <a:ea typeface="DejaVu Sans"/>
              </a:rPr>
              <a:t> window</a:t>
            </a:r>
            <a:r>
              <a:rPr b="0" lang="en-US" sz="2400" spc="32" strike="noStrike">
                <a:solidFill>
                  <a:srgbClr val="000000"/>
                </a:solidFill>
                <a:latin typeface="Arial"/>
                <a:ea typeface="DejaVu Sans"/>
              </a:rPr>
              <a:t> </a:t>
            </a:r>
            <a:r>
              <a:rPr b="0" lang="en-US" sz="2400" spc="-7" strike="noStrike">
                <a:solidFill>
                  <a:srgbClr val="000000"/>
                </a:solidFill>
                <a:latin typeface="Arial"/>
                <a:ea typeface="DejaVu Sans"/>
              </a:rPr>
              <a:t>is</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resized,</a:t>
            </a:r>
            <a:r>
              <a:rPr b="0" lang="en-US" sz="2400" spc="7" strike="noStrike">
                <a:solidFill>
                  <a:srgbClr val="000000"/>
                </a:solidFill>
                <a:latin typeface="Arial"/>
                <a:ea typeface="DejaVu Sans"/>
              </a:rPr>
              <a:t> </a:t>
            </a:r>
            <a:r>
              <a:rPr b="0" lang="en-US" sz="2400" spc="-7" strike="noStrike">
                <a:solidFill>
                  <a:srgbClr val="000000"/>
                </a:solidFill>
                <a:latin typeface="Arial"/>
                <a:ea typeface="DejaVu Sans"/>
              </a:rPr>
              <a:t>or</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relative</a:t>
            </a:r>
            <a:r>
              <a:rPr b="0" lang="en-US" sz="2400" spc="24" strike="noStrike">
                <a:solidFill>
                  <a:srgbClr val="000000"/>
                </a:solidFill>
                <a:latin typeface="Arial"/>
                <a:ea typeface="DejaVu Sans"/>
              </a:rPr>
              <a:t> </a:t>
            </a:r>
            <a:r>
              <a:rPr b="0" lang="en-US" sz="2400" spc="-1" strike="noStrike">
                <a:solidFill>
                  <a:srgbClr val="000000"/>
                </a:solidFill>
                <a:latin typeface="Arial"/>
                <a:ea typeface="DejaVu Sans"/>
              </a:rPr>
              <a:t>arguments</a:t>
            </a:r>
            <a:r>
              <a:rPr b="0" lang="en-US" sz="2400" spc="7" strike="noStrike">
                <a:solidFill>
                  <a:srgbClr val="000000"/>
                </a:solidFill>
                <a:latin typeface="Arial"/>
                <a:ea typeface="DejaVu Sans"/>
              </a:rPr>
              <a:t> </a:t>
            </a:r>
            <a:r>
              <a:rPr b="0" lang="en-US" sz="2400" spc="-1" strike="noStrike">
                <a:solidFill>
                  <a:srgbClr val="000000"/>
                </a:solidFill>
                <a:latin typeface="Arial"/>
                <a:ea typeface="DejaVu Sans"/>
              </a:rPr>
              <a:t>to</a:t>
            </a:r>
            <a:r>
              <a:rPr b="0" lang="en-US" sz="2400" spc="-7" strike="noStrike">
                <a:solidFill>
                  <a:srgbClr val="000000"/>
                </a:solidFill>
                <a:latin typeface="Arial"/>
                <a:ea typeface="DejaVu Sans"/>
              </a:rPr>
              <a:t> </a:t>
            </a:r>
            <a:r>
              <a:rPr b="0" lang="en-US" sz="2400" spc="-1" strike="noStrike">
                <a:solidFill>
                  <a:srgbClr val="000000"/>
                </a:solidFill>
                <a:latin typeface="Arial"/>
                <a:ea typeface="DejaVu Sans"/>
              </a:rPr>
              <a:t>its </a:t>
            </a:r>
            <a:r>
              <a:rPr b="0" lang="en-US" sz="2400" spc="-656" strike="noStrike">
                <a:solidFill>
                  <a:srgbClr val="000000"/>
                </a:solidFill>
                <a:latin typeface="Arial"/>
                <a:ea typeface="DejaVu Sans"/>
              </a:rPr>
              <a:t> </a:t>
            </a:r>
            <a:r>
              <a:rPr b="0" lang="en-US" sz="2400" spc="-1" strike="noStrike">
                <a:solidFill>
                  <a:srgbClr val="000000"/>
                </a:solidFill>
                <a:latin typeface="Arial"/>
                <a:ea typeface="DejaVu Sans"/>
              </a:rPr>
              <a:t>parent, </a:t>
            </a:r>
            <a:r>
              <a:rPr b="0" lang="en-US" sz="2400" spc="-7" strike="noStrike">
                <a:solidFill>
                  <a:srgbClr val="000000"/>
                </a:solidFill>
                <a:latin typeface="Arial"/>
                <a:ea typeface="DejaVu Sans"/>
              </a:rPr>
              <a:t>allowing</a:t>
            </a:r>
            <a:r>
              <a:rPr b="0" lang="en-US" sz="2400" spc="43" strike="noStrike">
                <a:solidFill>
                  <a:srgbClr val="000000"/>
                </a:solidFill>
                <a:latin typeface="Arial"/>
                <a:ea typeface="DejaVu Sans"/>
              </a:rPr>
              <a:t> </a:t>
            </a:r>
            <a:r>
              <a:rPr b="0" lang="en-US" sz="2400" spc="-1" strike="noStrike">
                <a:solidFill>
                  <a:srgbClr val="000000"/>
                </a:solidFill>
                <a:latin typeface="Arial"/>
                <a:ea typeface="DejaVu Sans"/>
              </a:rPr>
              <a:t>the </a:t>
            </a:r>
            <a:r>
              <a:rPr b="0" lang="en-US" sz="2400" spc="-7" strike="noStrike">
                <a:solidFill>
                  <a:srgbClr val="000000"/>
                </a:solidFill>
                <a:latin typeface="Arial"/>
                <a:ea typeface="DejaVu Sans"/>
              </a:rPr>
              <a:t>widget</a:t>
            </a:r>
            <a:r>
              <a:rPr b="0" lang="en-US" sz="2400" spc="7" strike="noStrike">
                <a:solidFill>
                  <a:srgbClr val="000000"/>
                </a:solidFill>
                <a:latin typeface="Arial"/>
                <a:ea typeface="DejaVu Sans"/>
              </a:rPr>
              <a:t> </a:t>
            </a:r>
            <a:r>
              <a:rPr b="0" lang="en-US" sz="2400" spc="-1" strike="noStrike">
                <a:solidFill>
                  <a:srgbClr val="000000"/>
                </a:solidFill>
                <a:latin typeface="Arial"/>
                <a:ea typeface="DejaVu Sans"/>
              </a:rPr>
              <a:t>to </a:t>
            </a:r>
            <a:r>
              <a:rPr b="0" lang="en-US" sz="2400" spc="-7" strike="noStrike">
                <a:solidFill>
                  <a:srgbClr val="000000"/>
                </a:solidFill>
                <a:latin typeface="Arial"/>
                <a:ea typeface="DejaVu Sans"/>
              </a:rPr>
              <a:t>move</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with</a:t>
            </a:r>
            <a:r>
              <a:rPr b="0" lang="en-US" sz="2400" spc="-1" strike="noStrike">
                <a:solidFill>
                  <a:srgbClr val="000000"/>
                </a:solidFill>
                <a:latin typeface="Arial"/>
                <a:ea typeface="DejaVu Sans"/>
              </a:rPr>
              <a:t> the </a:t>
            </a:r>
            <a:r>
              <a:rPr b="0" lang="en-US" sz="2400" spc="-7" strike="noStrike">
                <a:solidFill>
                  <a:srgbClr val="000000"/>
                </a:solidFill>
                <a:latin typeface="Arial"/>
                <a:ea typeface="DejaVu Sans"/>
              </a:rPr>
              <a:t>size</a:t>
            </a:r>
            <a:r>
              <a:rPr b="0" lang="en-US" sz="2400" spc="-1" strike="noStrike">
                <a:solidFill>
                  <a:srgbClr val="000000"/>
                </a:solidFill>
                <a:latin typeface="Arial"/>
                <a:ea typeface="DejaVu Sans"/>
              </a:rPr>
              <a:t> of the</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window.</a:t>
            </a:r>
            <a:endParaRPr b="0" lang="en-US" sz="2400" spc="-1" strike="noStrike">
              <a:latin typeface="Arial"/>
            </a:endParaRPr>
          </a:p>
          <a:p>
            <a:pPr marL="355680" indent="-342000">
              <a:lnSpc>
                <a:spcPct val="100000"/>
              </a:lnSpc>
              <a:spcBef>
                <a:spcPts val="575"/>
              </a:spcBef>
              <a:buClr>
                <a:srgbClr val="330066"/>
              </a:buClr>
              <a:buSzPct val="69000"/>
              <a:buFont typeface="Wingdings" charset="2"/>
              <a:buChar char=""/>
              <a:tabLst>
                <a:tab algn="l" pos="354960"/>
                <a:tab algn="l" pos="355680"/>
              </a:tabLst>
            </a:pPr>
            <a:r>
              <a:rPr b="0" lang="en-US" sz="2400" spc="-1" strike="noStrike">
                <a:solidFill>
                  <a:srgbClr val="000000"/>
                </a:solidFill>
                <a:latin typeface="Arial"/>
                <a:ea typeface="DejaVu Sans"/>
              </a:rPr>
              <a:t>To </a:t>
            </a:r>
            <a:r>
              <a:rPr b="0" lang="en-US" sz="2400" spc="-7" strike="noStrike">
                <a:solidFill>
                  <a:srgbClr val="000000"/>
                </a:solidFill>
                <a:latin typeface="Arial"/>
                <a:ea typeface="DejaVu Sans"/>
              </a:rPr>
              <a:t>place</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a</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widget</a:t>
            </a:r>
            <a:r>
              <a:rPr b="0" lang="en-US" sz="2400" spc="12" strike="noStrike">
                <a:solidFill>
                  <a:srgbClr val="000000"/>
                </a:solidFill>
                <a:latin typeface="Arial"/>
                <a:ea typeface="DejaVu Sans"/>
              </a:rPr>
              <a:t> </a:t>
            </a:r>
            <a:r>
              <a:rPr b="0" lang="en-US" sz="2400" spc="-1" strike="noStrike">
                <a:solidFill>
                  <a:srgbClr val="000000"/>
                </a:solidFill>
                <a:latin typeface="Arial"/>
                <a:ea typeface="DejaVu Sans"/>
              </a:rPr>
              <a:t>at (5,</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10)</a:t>
            </a:r>
            <a:r>
              <a:rPr b="0" lang="en-US" sz="2400" spc="4" strike="noStrike">
                <a:solidFill>
                  <a:srgbClr val="000000"/>
                </a:solidFill>
                <a:latin typeface="Arial"/>
                <a:ea typeface="DejaVu Sans"/>
              </a:rPr>
              <a:t> </a:t>
            </a:r>
            <a:r>
              <a:rPr b="0" lang="en-US" sz="2400" spc="-7" strike="noStrike">
                <a:solidFill>
                  <a:srgbClr val="000000"/>
                </a:solidFill>
                <a:latin typeface="Arial"/>
                <a:ea typeface="DejaVu Sans"/>
              </a:rPr>
              <a:t>within</a:t>
            </a:r>
            <a:r>
              <a:rPr b="0" lang="en-US" sz="2400" spc="24" strike="noStrike">
                <a:solidFill>
                  <a:srgbClr val="000000"/>
                </a:solidFill>
                <a:latin typeface="Arial"/>
                <a:ea typeface="DejaVu Sans"/>
              </a:rPr>
              <a:t> </a:t>
            </a:r>
            <a:r>
              <a:rPr b="0" lang="en-US" sz="2400" spc="-1" strike="noStrike">
                <a:solidFill>
                  <a:srgbClr val="000000"/>
                </a:solidFill>
                <a:latin typeface="Arial"/>
                <a:ea typeface="DejaVu Sans"/>
              </a:rPr>
              <a:t>the </a:t>
            </a:r>
            <a:r>
              <a:rPr b="0" lang="en-US" sz="2400" spc="-7" strike="noStrike">
                <a:solidFill>
                  <a:srgbClr val="000000"/>
                </a:solidFill>
                <a:latin typeface="Arial"/>
                <a:ea typeface="DejaVu Sans"/>
              </a:rPr>
              <a:t>window,</a:t>
            </a:r>
            <a:r>
              <a:rPr b="0" lang="en-US" sz="2400" spc="24" strike="noStrike">
                <a:solidFill>
                  <a:srgbClr val="000000"/>
                </a:solidFill>
                <a:latin typeface="Arial"/>
                <a:ea typeface="DejaVu Sans"/>
              </a:rPr>
              <a:t> </a:t>
            </a:r>
            <a:r>
              <a:rPr b="0" lang="en-US" sz="2400" spc="-7" strike="noStrike">
                <a:solidFill>
                  <a:srgbClr val="000000"/>
                </a:solidFill>
                <a:latin typeface="Arial"/>
                <a:ea typeface="DejaVu Sans"/>
              </a:rPr>
              <a:t>you</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would</a:t>
            </a:r>
            <a:r>
              <a:rPr b="0" lang="en-US" sz="2400" spc="24" strike="noStrike">
                <a:solidFill>
                  <a:srgbClr val="000000"/>
                </a:solidFill>
                <a:latin typeface="Arial"/>
                <a:ea typeface="DejaVu Sans"/>
              </a:rPr>
              <a:t> </a:t>
            </a:r>
            <a:r>
              <a:rPr b="0" lang="en-US" sz="2400" spc="-7" strike="noStrike">
                <a:solidFill>
                  <a:srgbClr val="000000"/>
                </a:solidFill>
                <a:latin typeface="Arial"/>
                <a:ea typeface="DejaVu Sans"/>
              </a:rPr>
              <a:t>write</a:t>
            </a:r>
            <a:endParaRPr b="0" lang="en-US" sz="2400" spc="-1" strike="noStrike">
              <a:latin typeface="Arial"/>
            </a:endParaRPr>
          </a:p>
          <a:p>
            <a:pPr marL="3745080">
              <a:lnSpc>
                <a:spcPct val="100000"/>
              </a:lnSpc>
              <a:spcBef>
                <a:spcPts val="581"/>
              </a:spcBef>
              <a:tabLst>
                <a:tab algn="l" pos="354960"/>
                <a:tab algn="l" pos="355680"/>
              </a:tabLst>
            </a:pPr>
            <a:r>
              <a:rPr b="0" lang="en-US" sz="2400" spc="-7" strike="noStrike">
                <a:solidFill>
                  <a:srgbClr val="ff0000"/>
                </a:solidFill>
                <a:latin typeface="Arial"/>
                <a:ea typeface="DejaVu Sans"/>
              </a:rPr>
              <a:t>widget.place(x=5,</a:t>
            </a:r>
            <a:r>
              <a:rPr b="0" lang="en-US" sz="2400" spc="4" strike="noStrike">
                <a:solidFill>
                  <a:srgbClr val="ff0000"/>
                </a:solidFill>
                <a:latin typeface="Arial"/>
                <a:ea typeface="DejaVu Sans"/>
              </a:rPr>
              <a:t> </a:t>
            </a:r>
            <a:r>
              <a:rPr b="0" lang="en-US" sz="2400" spc="-1" strike="noStrike">
                <a:solidFill>
                  <a:srgbClr val="ff0000"/>
                </a:solidFill>
                <a:latin typeface="Arial"/>
                <a:ea typeface="DejaVu Sans"/>
              </a:rPr>
              <a:t>y=10).</a:t>
            </a:r>
            <a:endParaRPr b="0" lang="en-US" sz="2400" spc="-1" strike="noStrike">
              <a:latin typeface="Arial"/>
            </a:endParaRPr>
          </a:p>
          <a:p>
            <a:pPr marL="355680" indent="-342000">
              <a:lnSpc>
                <a:spcPct val="100000"/>
              </a:lnSpc>
              <a:spcBef>
                <a:spcPts val="575"/>
              </a:spcBef>
              <a:buClr>
                <a:srgbClr val="330066"/>
              </a:buClr>
              <a:buSzPct val="69000"/>
              <a:buFont typeface="Wingdings" charset="2"/>
              <a:buChar char=""/>
              <a:tabLst>
                <a:tab algn="l" pos="354960"/>
                <a:tab algn="l" pos="355680"/>
              </a:tabLst>
            </a:pPr>
            <a:r>
              <a:rPr b="0" lang="en-US" sz="2400" spc="-1" strike="noStrike">
                <a:solidFill>
                  <a:srgbClr val="000000"/>
                </a:solidFill>
                <a:latin typeface="Arial"/>
                <a:ea typeface="DejaVu Sans"/>
              </a:rPr>
              <a:t>To </a:t>
            </a:r>
            <a:r>
              <a:rPr b="0" lang="en-US" sz="2400" spc="-7" strike="noStrike">
                <a:solidFill>
                  <a:srgbClr val="000000"/>
                </a:solidFill>
                <a:latin typeface="Arial"/>
                <a:ea typeface="DejaVu Sans"/>
              </a:rPr>
              <a:t>keep</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a</a:t>
            </a:r>
            <a:r>
              <a:rPr b="0" lang="en-US" sz="2400" spc="-1" strike="noStrike">
                <a:solidFill>
                  <a:srgbClr val="000000"/>
                </a:solidFill>
                <a:latin typeface="Arial"/>
                <a:ea typeface="DejaVu Sans"/>
              </a:rPr>
              <a:t> </a:t>
            </a:r>
            <a:r>
              <a:rPr b="0" lang="en-US" sz="2400" spc="-7" strike="noStrike">
                <a:solidFill>
                  <a:srgbClr val="000000"/>
                </a:solidFill>
                <a:latin typeface="Arial"/>
                <a:ea typeface="DejaVu Sans"/>
              </a:rPr>
              <a:t>widget</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in</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the </a:t>
            </a:r>
            <a:r>
              <a:rPr b="0" lang="en-US" sz="2400" spc="-7" strike="noStrike">
                <a:solidFill>
                  <a:srgbClr val="000000"/>
                </a:solidFill>
                <a:latin typeface="Arial"/>
                <a:ea typeface="DejaVu Sans"/>
              </a:rPr>
              <a:t>direct</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center,</a:t>
            </a:r>
            <a:r>
              <a:rPr b="0" lang="en-US" sz="2400" spc="-15" strike="noStrike">
                <a:solidFill>
                  <a:srgbClr val="000000"/>
                </a:solidFill>
                <a:latin typeface="Arial"/>
                <a:ea typeface="DejaVu Sans"/>
              </a:rPr>
              <a:t> </a:t>
            </a:r>
            <a:r>
              <a:rPr b="0" lang="en-US" sz="2400" spc="-7" strike="noStrike">
                <a:solidFill>
                  <a:srgbClr val="000000"/>
                </a:solidFill>
                <a:latin typeface="Arial"/>
                <a:ea typeface="DejaVu Sans"/>
              </a:rPr>
              <a:t>you</a:t>
            </a:r>
            <a:r>
              <a:rPr b="0" lang="en-US" sz="2400" spc="7" strike="noStrike">
                <a:solidFill>
                  <a:srgbClr val="000000"/>
                </a:solidFill>
                <a:latin typeface="Arial"/>
                <a:ea typeface="DejaVu Sans"/>
              </a:rPr>
              <a:t> </a:t>
            </a:r>
            <a:r>
              <a:rPr b="0" lang="en-US" sz="2400" spc="-7" strike="noStrike">
                <a:solidFill>
                  <a:srgbClr val="000000"/>
                </a:solidFill>
                <a:latin typeface="Arial"/>
                <a:ea typeface="DejaVu Sans"/>
              </a:rPr>
              <a:t>would</a:t>
            </a:r>
            <a:r>
              <a:rPr b="0" lang="en-US" sz="2400" spc="24" strike="noStrike">
                <a:solidFill>
                  <a:srgbClr val="000000"/>
                </a:solidFill>
                <a:latin typeface="Arial"/>
                <a:ea typeface="DejaVu Sans"/>
              </a:rPr>
              <a:t> </a:t>
            </a:r>
            <a:r>
              <a:rPr b="0" lang="en-US" sz="2400" spc="-7" strike="noStrike">
                <a:solidFill>
                  <a:srgbClr val="000000"/>
                </a:solidFill>
                <a:latin typeface="Arial"/>
                <a:ea typeface="DejaVu Sans"/>
              </a:rPr>
              <a:t>use</a:t>
            </a:r>
            <a:endParaRPr b="0" lang="en-US" sz="2400" spc="-1" strike="noStrike">
              <a:latin typeface="Arial"/>
            </a:endParaRPr>
          </a:p>
          <a:p>
            <a:pPr marL="3236760">
              <a:lnSpc>
                <a:spcPct val="100000"/>
              </a:lnSpc>
              <a:spcBef>
                <a:spcPts val="575"/>
              </a:spcBef>
              <a:tabLst>
                <a:tab algn="l" pos="354960"/>
                <a:tab algn="l" pos="355680"/>
              </a:tabLst>
            </a:pPr>
            <a:r>
              <a:rPr b="0" lang="en-US" sz="2400" spc="-7" strike="noStrike">
                <a:solidFill>
                  <a:srgbClr val="ff0000"/>
                </a:solidFill>
                <a:latin typeface="Arial"/>
                <a:ea typeface="DejaVu Sans"/>
              </a:rPr>
              <a:t>widget.place(relx=0.5,</a:t>
            </a:r>
            <a:r>
              <a:rPr b="0" lang="en-US" sz="2400" spc="12" strike="noStrike">
                <a:solidFill>
                  <a:srgbClr val="ff0000"/>
                </a:solidFill>
                <a:latin typeface="Arial"/>
                <a:ea typeface="DejaVu Sans"/>
              </a:rPr>
              <a:t> </a:t>
            </a:r>
            <a:r>
              <a:rPr b="0" lang="en-US" sz="2400" spc="-1" strike="noStrike">
                <a:solidFill>
                  <a:srgbClr val="ff0000"/>
                </a:solidFill>
                <a:latin typeface="Arial"/>
                <a:ea typeface="DejaVu Sans"/>
              </a:rPr>
              <a:t>rely=0.5).</a:t>
            </a:r>
            <a:endParaRPr b="0" lang="en-US" sz="2400" spc="-1" strike="noStrike">
              <a:latin typeface="Arial"/>
            </a:endParaRPr>
          </a:p>
          <a:p>
            <a:pPr marL="355680" indent="-342000">
              <a:lnSpc>
                <a:spcPct val="100000"/>
              </a:lnSpc>
              <a:spcBef>
                <a:spcPts val="575"/>
              </a:spcBef>
              <a:buClr>
                <a:srgbClr val="330066"/>
              </a:buClr>
              <a:buSzPct val="69000"/>
              <a:buFont typeface="Wingdings" charset="2"/>
              <a:buChar char=""/>
              <a:tabLst>
                <a:tab algn="l" pos="354960"/>
                <a:tab algn="l" pos="355680"/>
              </a:tabLst>
            </a:pPr>
            <a:r>
              <a:rPr b="0" lang="en-US" sz="2400" spc="-7" strike="noStrike">
                <a:solidFill>
                  <a:srgbClr val="000000"/>
                </a:solidFill>
                <a:latin typeface="Arial"/>
                <a:ea typeface="DejaVu Sans"/>
              </a:rPr>
              <a:t>place</a:t>
            </a:r>
            <a:r>
              <a:rPr b="0" lang="en-US" sz="2400" spc="7" strike="noStrike">
                <a:solidFill>
                  <a:srgbClr val="000000"/>
                </a:solidFill>
                <a:latin typeface="Arial"/>
                <a:ea typeface="DejaVu Sans"/>
              </a:rPr>
              <a:t> </a:t>
            </a:r>
            <a:r>
              <a:rPr b="0" lang="en-US" sz="2400" spc="-1" strike="noStrike">
                <a:solidFill>
                  <a:srgbClr val="000000"/>
                </a:solidFill>
                <a:latin typeface="Arial"/>
                <a:ea typeface="DejaVu Sans"/>
              </a:rPr>
              <a:t>also takes </a:t>
            </a:r>
            <a:r>
              <a:rPr b="0" lang="en-US" sz="2400" spc="-7" strike="noStrike">
                <a:solidFill>
                  <a:srgbClr val="000000"/>
                </a:solidFill>
                <a:latin typeface="Arial"/>
                <a:ea typeface="DejaVu Sans"/>
              </a:rPr>
              <a:t>sizing</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options,</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so</a:t>
            </a:r>
            <a:r>
              <a:rPr b="0" lang="en-US" sz="2400" spc="-7" strike="noStrike">
                <a:solidFill>
                  <a:srgbClr val="000000"/>
                </a:solidFill>
                <a:latin typeface="Arial"/>
                <a:ea typeface="DejaVu Sans"/>
              </a:rPr>
              <a:t> </a:t>
            </a:r>
            <a:r>
              <a:rPr b="0" lang="en-US" sz="2400" spc="-1" strike="noStrike">
                <a:solidFill>
                  <a:srgbClr val="000000"/>
                </a:solidFill>
                <a:latin typeface="Arial"/>
                <a:ea typeface="DejaVu Sans"/>
              </a:rPr>
              <a:t>to keep a</a:t>
            </a:r>
            <a:r>
              <a:rPr b="0" lang="en-US" sz="2400" spc="-12" strike="noStrike">
                <a:solidFill>
                  <a:srgbClr val="000000"/>
                </a:solidFill>
                <a:latin typeface="Arial"/>
                <a:ea typeface="DejaVu Sans"/>
              </a:rPr>
              <a:t> </a:t>
            </a:r>
            <a:r>
              <a:rPr b="0" lang="en-US" sz="2400" spc="-7" strike="noStrike">
                <a:solidFill>
                  <a:srgbClr val="000000"/>
                </a:solidFill>
                <a:latin typeface="Arial"/>
                <a:ea typeface="DejaVu Sans"/>
              </a:rPr>
              <a:t>widget</a:t>
            </a:r>
            <a:r>
              <a:rPr b="0" lang="en-US" sz="2400" spc="18" strike="noStrike">
                <a:solidFill>
                  <a:srgbClr val="000000"/>
                </a:solidFill>
                <a:latin typeface="Arial"/>
                <a:ea typeface="DejaVu Sans"/>
              </a:rPr>
              <a:t> </a:t>
            </a:r>
            <a:r>
              <a:rPr b="0" lang="en-US" sz="2400" spc="-1" strike="noStrike">
                <a:solidFill>
                  <a:srgbClr val="000000"/>
                </a:solidFill>
                <a:latin typeface="Arial"/>
                <a:ea typeface="DejaVu Sans"/>
              </a:rPr>
              <a:t>at 50</a:t>
            </a:r>
            <a:r>
              <a:rPr b="0" lang="en-US" sz="2400" spc="-7" strike="noStrike">
                <a:solidFill>
                  <a:srgbClr val="000000"/>
                </a:solidFill>
                <a:latin typeface="Arial"/>
                <a:ea typeface="DejaVu Sans"/>
              </a:rPr>
              <a:t> </a:t>
            </a:r>
            <a:r>
              <a:rPr b="0" lang="en-US" sz="2400" spc="-1" strike="noStrike">
                <a:solidFill>
                  <a:srgbClr val="000000"/>
                </a:solidFill>
                <a:latin typeface="Arial"/>
                <a:ea typeface="DejaVu Sans"/>
              </a:rPr>
              <a:t>percent width</a:t>
            </a:r>
            <a:r>
              <a:rPr b="0" lang="en-US" sz="2400" spc="4" strike="noStrike">
                <a:solidFill>
                  <a:srgbClr val="000000"/>
                </a:solidFill>
                <a:latin typeface="Arial"/>
                <a:ea typeface="DejaVu Sans"/>
              </a:rPr>
              <a:t> </a:t>
            </a:r>
            <a:r>
              <a:rPr b="0" lang="en-US" sz="2400" spc="-1" strike="noStrike">
                <a:solidFill>
                  <a:srgbClr val="000000"/>
                </a:solidFill>
                <a:latin typeface="Arial"/>
                <a:ea typeface="DejaVu Sans"/>
              </a:rPr>
              <a:t>and</a:t>
            </a:r>
            <a:endParaRPr b="0" lang="en-US" sz="2400" spc="-1" strike="noStrike">
              <a:latin typeface="Arial"/>
            </a:endParaRPr>
          </a:p>
          <a:p>
            <a:pPr marL="355680">
              <a:lnSpc>
                <a:spcPct val="100000"/>
              </a:lnSpc>
              <a:spcBef>
                <a:spcPts val="6"/>
              </a:spcBef>
              <a:tabLst>
                <a:tab algn="l" pos="354960"/>
                <a:tab algn="l" pos="355680"/>
              </a:tabLst>
            </a:pPr>
            <a:r>
              <a:rPr b="0" lang="en-US" sz="2400" spc="-7" strike="noStrike">
                <a:solidFill>
                  <a:srgbClr val="000000"/>
                </a:solidFill>
                <a:latin typeface="Arial"/>
                <a:ea typeface="DejaVu Sans"/>
              </a:rPr>
              <a:t>25 </a:t>
            </a:r>
            <a:r>
              <a:rPr b="0" lang="en-US" sz="2400" spc="-1" strike="noStrike">
                <a:solidFill>
                  <a:srgbClr val="000000"/>
                </a:solidFill>
                <a:latin typeface="Arial"/>
                <a:ea typeface="DejaVu Sans"/>
              </a:rPr>
              <a:t>percent </a:t>
            </a:r>
            <a:r>
              <a:rPr b="0" lang="en-US" sz="2400" spc="-7" strike="noStrike">
                <a:solidFill>
                  <a:srgbClr val="000000"/>
                </a:solidFill>
                <a:latin typeface="Arial"/>
                <a:ea typeface="DejaVu Sans"/>
              </a:rPr>
              <a:t>height</a:t>
            </a:r>
            <a:r>
              <a:rPr b="0" lang="en-US" sz="2400" spc="-1" strike="noStrike">
                <a:solidFill>
                  <a:srgbClr val="000000"/>
                </a:solidFill>
                <a:latin typeface="Arial"/>
                <a:ea typeface="DejaVu Sans"/>
              </a:rPr>
              <a:t> of</a:t>
            </a:r>
            <a:r>
              <a:rPr b="0" lang="en-US" sz="2400" spc="-7" strike="noStrike">
                <a:solidFill>
                  <a:srgbClr val="000000"/>
                </a:solidFill>
                <a:latin typeface="Arial"/>
                <a:ea typeface="DejaVu Sans"/>
              </a:rPr>
              <a:t> </a:t>
            </a:r>
            <a:r>
              <a:rPr b="0" lang="en-US" sz="2400" spc="-1" strike="noStrike">
                <a:solidFill>
                  <a:srgbClr val="000000"/>
                </a:solidFill>
                <a:latin typeface="Arial"/>
                <a:ea typeface="DejaVu Sans"/>
              </a:rPr>
              <a:t>the</a:t>
            </a:r>
            <a:r>
              <a:rPr b="0" lang="en-US" sz="2400" spc="-7" strike="noStrike">
                <a:solidFill>
                  <a:srgbClr val="000000"/>
                </a:solidFill>
                <a:latin typeface="Arial"/>
                <a:ea typeface="DejaVu Sans"/>
              </a:rPr>
              <a:t> window,</a:t>
            </a:r>
            <a:r>
              <a:rPr b="0" lang="en-US" sz="2400" spc="18" strike="noStrike">
                <a:solidFill>
                  <a:srgbClr val="000000"/>
                </a:solidFill>
                <a:latin typeface="Arial"/>
                <a:ea typeface="DejaVu Sans"/>
              </a:rPr>
              <a:t> </a:t>
            </a:r>
            <a:r>
              <a:rPr b="0" lang="en-US" sz="2400" spc="-7" strike="noStrike">
                <a:solidFill>
                  <a:srgbClr val="000000"/>
                </a:solidFill>
                <a:latin typeface="Arial"/>
                <a:ea typeface="DejaVu Sans"/>
              </a:rPr>
              <a:t>add</a:t>
            </a:r>
            <a:endParaRPr b="0" lang="en-US" sz="2400" spc="-1" strike="noStrike">
              <a:latin typeface="Arial"/>
            </a:endParaRPr>
          </a:p>
          <a:p>
            <a:pPr marL="3381480">
              <a:lnSpc>
                <a:spcPct val="100000"/>
              </a:lnSpc>
              <a:spcBef>
                <a:spcPts val="575"/>
              </a:spcBef>
              <a:tabLst>
                <a:tab algn="l" pos="354960"/>
                <a:tab algn="l" pos="355680"/>
              </a:tabLst>
            </a:pPr>
            <a:r>
              <a:rPr b="0" lang="en-US" sz="2400" spc="-7" strike="noStrike">
                <a:solidFill>
                  <a:srgbClr val="ff0000"/>
                </a:solidFill>
                <a:latin typeface="Arial"/>
                <a:ea typeface="DejaVu Sans"/>
              </a:rPr>
              <a:t>(relwidth=0.5,</a:t>
            </a:r>
            <a:r>
              <a:rPr b="0" lang="en-US" sz="2400" spc="18" strike="noStrike">
                <a:solidFill>
                  <a:srgbClr val="ff0000"/>
                </a:solidFill>
                <a:latin typeface="Arial"/>
                <a:ea typeface="DejaVu Sans"/>
              </a:rPr>
              <a:t> </a:t>
            </a:r>
            <a:r>
              <a:rPr b="0" lang="en-US" sz="2400" spc="-7" strike="noStrike">
                <a:solidFill>
                  <a:srgbClr val="ff0000"/>
                </a:solidFill>
                <a:latin typeface="Arial"/>
                <a:ea typeface="DejaVu Sans"/>
              </a:rPr>
              <a:t>relheight=0.25).</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5" name="object 2" descr=""/>
          <p:cNvPicPr/>
          <p:nvPr/>
        </p:nvPicPr>
        <p:blipFill>
          <a:blip r:embed="rId1"/>
          <a:stretch/>
        </p:blipFill>
        <p:spPr>
          <a:xfrm>
            <a:off x="609480" y="0"/>
            <a:ext cx="9996480" cy="6856920"/>
          </a:xfrm>
          <a:prstGeom prst="rect">
            <a:avLst/>
          </a:prstGeom>
          <a:ln>
            <a:noFill/>
          </a:ln>
        </p:spPr>
      </p:pic>
      <p:sp>
        <p:nvSpPr>
          <p:cNvPr id="356"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765960E9-D6E6-4B0F-9092-4F9FE5D98E52}"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7" name="object 2" descr=""/>
          <p:cNvPicPr/>
          <p:nvPr/>
        </p:nvPicPr>
        <p:blipFill>
          <a:blip r:embed="rId1"/>
          <a:stretch/>
        </p:blipFill>
        <p:spPr>
          <a:xfrm>
            <a:off x="1523880" y="4495680"/>
            <a:ext cx="8457120" cy="2818440"/>
          </a:xfrm>
          <a:prstGeom prst="rect">
            <a:avLst/>
          </a:prstGeom>
          <a:ln>
            <a:noFill/>
          </a:ln>
        </p:spPr>
      </p:pic>
      <p:sp>
        <p:nvSpPr>
          <p:cNvPr id="358"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378CA1D7-5DE4-49EC-BAD3-4047D47CA968}"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359" name="CustomShape 2"/>
          <p:cNvSpPr/>
          <p:nvPr/>
        </p:nvSpPr>
        <p:spPr>
          <a:xfrm>
            <a:off x="838080" y="457200"/>
            <a:ext cx="9600120" cy="39290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N" sz="2800" spc="-1" strike="noStrike">
                <a:solidFill>
                  <a:srgbClr val="000000"/>
                </a:solidFill>
                <a:latin typeface="Calibri"/>
                <a:ea typeface="DejaVu Sans"/>
              </a:rPr>
              <a:t>Syntax:</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label=Label(master,option...)</a:t>
            </a:r>
            <a:endParaRPr b="0" lang="en-US" sz="2800" spc="-1" strike="noStrike">
              <a:latin typeface="Arial"/>
            </a:endParaRPr>
          </a:p>
          <a:p>
            <a:pPr>
              <a:lnSpc>
                <a:spcPct val="100000"/>
              </a:lnSpc>
            </a:pPr>
            <a:endParaRPr b="0" lang="en-US" sz="2800" spc="-1" strike="noStrike">
              <a:latin typeface="Arial"/>
            </a:endParaRPr>
          </a:p>
          <a:p>
            <a:pPr>
              <a:lnSpc>
                <a:spcPct val="100000"/>
              </a:lnSpc>
            </a:pPr>
            <a:r>
              <a:rPr b="1" lang="en-IN" sz="2800" spc="-1" strike="noStrike">
                <a:solidFill>
                  <a:srgbClr val="000000"/>
                </a:solidFill>
                <a:latin typeface="Calibri"/>
                <a:ea typeface="DejaVu Sans"/>
              </a:rPr>
              <a:t>Parameters:</a:t>
            </a:r>
            <a:endParaRPr b="0" lang="en-US" sz="2800" spc="-1" strike="noStrike">
              <a:latin typeface="Arial"/>
            </a:endParaRPr>
          </a:p>
          <a:p>
            <a:pPr>
              <a:lnSpc>
                <a:spcPct val="100000"/>
              </a:lnSpc>
            </a:pPr>
            <a:r>
              <a:rPr b="1" lang="en-IN" sz="2800" spc="-1" strike="noStrike">
                <a:solidFill>
                  <a:srgbClr val="000000"/>
                </a:solidFill>
                <a:latin typeface="Calibri"/>
                <a:ea typeface="DejaVu Sans"/>
              </a:rPr>
              <a:t>master</a:t>
            </a:r>
            <a:r>
              <a:rPr b="0" lang="en-IN" sz="2800" spc="-1" strike="noStrike">
                <a:solidFill>
                  <a:srgbClr val="000000"/>
                </a:solidFill>
                <a:latin typeface="Calibri"/>
                <a:ea typeface="DejaVu Sans"/>
              </a:rPr>
              <a:t> − This represents the parent window.</a:t>
            </a:r>
            <a:endParaRPr b="0" lang="en-US" sz="2800" spc="-1" strike="noStrike">
              <a:latin typeface="Arial"/>
            </a:endParaRPr>
          </a:p>
          <a:p>
            <a:pPr>
              <a:lnSpc>
                <a:spcPct val="100000"/>
              </a:lnSpc>
            </a:pPr>
            <a:r>
              <a:rPr b="1" lang="en-IN" sz="2800" spc="-1" strike="noStrike">
                <a:solidFill>
                  <a:srgbClr val="000000"/>
                </a:solidFill>
                <a:latin typeface="Calibri"/>
                <a:ea typeface="DejaVu Sans"/>
              </a:rPr>
              <a:t>options</a:t>
            </a:r>
            <a:r>
              <a:rPr b="0" lang="en-IN" sz="2800" spc="-1" strike="noStrike">
                <a:solidFill>
                  <a:srgbClr val="000000"/>
                </a:solidFill>
                <a:latin typeface="Calibri"/>
                <a:ea typeface="DejaVu Sans"/>
              </a:rPr>
              <a:t> − Here is the list of most commonly used options for this widget. These options can be used as key-value pairs separated by commas.</a:t>
            </a:r>
            <a:endParaRPr b="0" lang="en-US" sz="2800" spc="-1" strike="noStrike">
              <a:latin typeface="Arial"/>
            </a:endParaRPr>
          </a:p>
          <a:p>
            <a:pPr>
              <a:lnSpc>
                <a:spcPct val="100000"/>
              </a:lnSpc>
            </a:pP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0" name="object 3" descr=""/>
          <p:cNvPicPr/>
          <p:nvPr/>
        </p:nvPicPr>
        <p:blipFill>
          <a:blip r:embed="rId1"/>
          <a:stretch/>
        </p:blipFill>
        <p:spPr>
          <a:xfrm>
            <a:off x="7543800" y="457200"/>
            <a:ext cx="2996640" cy="3461400"/>
          </a:xfrm>
          <a:prstGeom prst="rect">
            <a:avLst/>
          </a:prstGeom>
          <a:ln>
            <a:noFill/>
          </a:ln>
        </p:spPr>
      </p:pic>
      <p:pic>
        <p:nvPicPr>
          <p:cNvPr id="361" name="object 5" descr=""/>
          <p:cNvPicPr/>
          <p:nvPr/>
        </p:nvPicPr>
        <p:blipFill>
          <a:blip r:embed="rId2"/>
          <a:stretch/>
        </p:blipFill>
        <p:spPr>
          <a:xfrm>
            <a:off x="8991720" y="4952880"/>
            <a:ext cx="2246760" cy="1018440"/>
          </a:xfrm>
          <a:prstGeom prst="rect">
            <a:avLst/>
          </a:prstGeom>
          <a:ln>
            <a:noFill/>
          </a:ln>
        </p:spPr>
      </p:pic>
      <p:sp>
        <p:nvSpPr>
          <p:cNvPr id="362"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3EBBAFD0-7AE1-4522-893E-2E66637448C0}"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363" name="CustomShape 2"/>
          <p:cNvSpPr/>
          <p:nvPr/>
        </p:nvSpPr>
        <p:spPr>
          <a:xfrm>
            <a:off x="838080" y="457200"/>
            <a:ext cx="6552000" cy="22226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IN" sz="2800" spc="-1" strike="noStrike">
                <a:solidFill>
                  <a:srgbClr val="000000"/>
                </a:solidFill>
                <a:latin typeface="Calibri"/>
                <a:ea typeface="DejaVu Sans"/>
              </a:rPr>
              <a:t>import tkinter</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top=tkinter.Tk()</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label=tkinter,Label(top,text=“welcome to Python Class”,width=50,height=50)</a:t>
            </a:r>
            <a:endParaRPr b="0" lang="en-US" sz="2800" spc="-1" strike="noStrike">
              <a:latin typeface="Arial"/>
            </a:endParaRPr>
          </a:p>
          <a:p>
            <a:pPr>
              <a:lnSpc>
                <a:spcPct val="100000"/>
              </a:lnSpc>
            </a:pPr>
            <a:endParaRPr b="0" lang="en-US" sz="2800" spc="-1" strike="noStrike">
              <a:latin typeface="Arial"/>
            </a:endParaRPr>
          </a:p>
        </p:txBody>
      </p:sp>
      <p:sp>
        <p:nvSpPr>
          <p:cNvPr id="364" name="CustomShape 3"/>
          <p:cNvSpPr/>
          <p:nvPr/>
        </p:nvSpPr>
        <p:spPr>
          <a:xfrm>
            <a:off x="838080" y="3962520"/>
            <a:ext cx="7847640" cy="26492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IN" sz="2800" spc="-1" strike="noStrike">
                <a:solidFill>
                  <a:srgbClr val="000000"/>
                </a:solidFill>
                <a:latin typeface="Calibri"/>
                <a:ea typeface="DejaVu Sans"/>
              </a:rPr>
              <a:t>import tkinter</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top=tkinter.Tk()</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label=tkinter,Label(top,text=“welcome to Python Class”,width=50,height=50)</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label.pack()</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top.mainloop()</a:t>
            </a: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65" name="Group 1"/>
          <p:cNvGrpSpPr/>
          <p:nvPr/>
        </p:nvGrpSpPr>
        <p:grpSpPr>
          <a:xfrm>
            <a:off x="260280" y="228600"/>
            <a:ext cx="11930400" cy="6320880"/>
            <a:chOff x="260280" y="228600"/>
            <a:chExt cx="11930400" cy="6320880"/>
          </a:xfrm>
        </p:grpSpPr>
        <p:pic>
          <p:nvPicPr>
            <p:cNvPr id="366" name="object 3" descr=""/>
            <p:cNvPicPr/>
            <p:nvPr/>
          </p:nvPicPr>
          <p:blipFill>
            <a:blip r:embed="rId1"/>
            <a:stretch/>
          </p:blipFill>
          <p:spPr>
            <a:xfrm>
              <a:off x="260280" y="228600"/>
              <a:ext cx="8789400" cy="2914200"/>
            </a:xfrm>
            <a:prstGeom prst="rect">
              <a:avLst/>
            </a:prstGeom>
            <a:ln>
              <a:noFill/>
            </a:ln>
          </p:spPr>
        </p:pic>
        <p:pic>
          <p:nvPicPr>
            <p:cNvPr id="367" name="object 4" descr=""/>
            <p:cNvPicPr/>
            <p:nvPr/>
          </p:nvPicPr>
          <p:blipFill>
            <a:blip r:embed="rId2"/>
            <a:stretch/>
          </p:blipFill>
          <p:spPr>
            <a:xfrm>
              <a:off x="7647120" y="2631960"/>
              <a:ext cx="4543560" cy="2358000"/>
            </a:xfrm>
            <a:prstGeom prst="rect">
              <a:avLst/>
            </a:prstGeom>
            <a:ln>
              <a:noFill/>
            </a:ln>
          </p:spPr>
        </p:pic>
        <p:pic>
          <p:nvPicPr>
            <p:cNvPr id="368" name="object 5" descr=""/>
            <p:cNvPicPr/>
            <p:nvPr/>
          </p:nvPicPr>
          <p:blipFill>
            <a:blip r:embed="rId3"/>
            <a:stretch/>
          </p:blipFill>
          <p:spPr>
            <a:xfrm>
              <a:off x="288720" y="4681440"/>
              <a:ext cx="6977520" cy="1868040"/>
            </a:xfrm>
            <a:prstGeom prst="rect">
              <a:avLst/>
            </a:prstGeom>
            <a:ln>
              <a:noFill/>
            </a:ln>
          </p:spPr>
        </p:pic>
      </p:grpSp>
      <p:sp>
        <p:nvSpPr>
          <p:cNvPr id="369"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66B8FA32-2ED5-4AAC-A02B-34860D3C1CCF}"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70" name="Table 1"/>
          <p:cNvGraphicFramePr/>
          <p:nvPr/>
        </p:nvGraphicFramePr>
        <p:xfrm>
          <a:off x="533520" y="912960"/>
          <a:ext cx="10514880" cy="5418360"/>
        </p:xfrm>
        <a:graphic>
          <a:graphicData uri="http://schemas.openxmlformats.org/drawingml/2006/table">
            <a:tbl>
              <a:tblPr/>
              <a:tblGrid>
                <a:gridCol w="1067760"/>
                <a:gridCol w="9447480"/>
              </a:tblGrid>
              <a:tr h="660600">
                <a:tc>
                  <a:txBody>
                    <a:bodyPr lIns="51840" rIns="51840">
                      <a:noAutofit/>
                    </a:bodyPr>
                    <a:p>
                      <a:pPr algn="ctr">
                        <a:lnSpc>
                          <a:spcPct val="100000"/>
                        </a:lnSpc>
                      </a:pPr>
                      <a:r>
                        <a:rPr b="0" lang="en-IN" sz="2800" spc="-1" strike="noStrike">
                          <a:latin typeface="Calibri"/>
                        </a:rPr>
                        <a:t>Sr.No.</a:t>
                      </a:r>
                      <a:endParaRPr b="0" lang="en-US" sz="2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solidFill>
                      <a:srgbClr val="eeeeee"/>
                    </a:solidFill>
                  </a:tcPr>
                </a:tc>
                <a:tc>
                  <a:txBody>
                    <a:bodyPr lIns="51840" rIns="51840">
                      <a:noAutofit/>
                    </a:bodyPr>
                    <a:p>
                      <a:pPr algn="ctr">
                        <a:lnSpc>
                          <a:spcPct val="100000"/>
                        </a:lnSpc>
                      </a:pPr>
                      <a:r>
                        <a:rPr b="0" lang="en-IN" sz="2800" spc="-1" strike="noStrike">
                          <a:latin typeface="Calibri"/>
                        </a:rPr>
                        <a:t>Option &amp; Description</a:t>
                      </a:r>
                      <a:endParaRPr b="0" lang="en-US" sz="2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solidFill>
                      <a:srgbClr val="eeeeee"/>
                    </a:solidFill>
                  </a:tcPr>
                </a:tc>
              </a:tr>
              <a:tr h="1032480">
                <a:tc>
                  <a:txBody>
                    <a:bodyPr lIns="51840" rIns="51840">
                      <a:noAutofit/>
                    </a:bodyPr>
                    <a:p>
                      <a:pPr>
                        <a:lnSpc>
                          <a:spcPct val="100000"/>
                        </a:lnSpc>
                      </a:pPr>
                      <a:r>
                        <a:rPr b="0" lang="en-IN" sz="1800" spc="-1" strike="noStrike">
                          <a:latin typeface="Calibri"/>
                        </a:rPr>
                        <a:t>1</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c>
                  <a:txBody>
                    <a:bodyPr lIns="51840" rIns="51840">
                      <a:noAutofit/>
                    </a:bodyPr>
                    <a:p>
                      <a:pPr algn="just">
                        <a:lnSpc>
                          <a:spcPct val="100000"/>
                        </a:lnSpc>
                      </a:pPr>
                      <a:r>
                        <a:rPr b="1" lang="en-IN" sz="1800" spc="-1" strike="noStrike">
                          <a:solidFill>
                            <a:srgbClr val="000000"/>
                          </a:solidFill>
                          <a:latin typeface="Arial"/>
                        </a:rPr>
                        <a:t>anchor</a:t>
                      </a:r>
                      <a:endParaRPr b="0" lang="en-US" sz="1800" spc="-1" strike="noStrike">
                        <a:latin typeface="Arial"/>
                      </a:endParaRPr>
                    </a:p>
                    <a:p>
                      <a:pPr algn="just">
                        <a:lnSpc>
                          <a:spcPct val="100000"/>
                        </a:lnSpc>
                      </a:pPr>
                      <a:r>
                        <a:rPr b="0" lang="en-IN" sz="1800" spc="-1" strike="noStrike">
                          <a:solidFill>
                            <a:srgbClr val="000000"/>
                          </a:solidFill>
                          <a:latin typeface="Arial"/>
                        </a:rPr>
                        <a:t>This options controls where the text is positioned if the widget has more space than the text needs. The default is anchor=CENTER, which centers the text in the available space.</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r>
              <a:tr h="660600">
                <a:tc>
                  <a:txBody>
                    <a:bodyPr lIns="51840" rIns="51840">
                      <a:noAutofit/>
                    </a:bodyPr>
                    <a:p>
                      <a:pPr>
                        <a:lnSpc>
                          <a:spcPct val="100000"/>
                        </a:lnSpc>
                      </a:pPr>
                      <a:r>
                        <a:rPr b="0" lang="en-IN" sz="1800" spc="-1" strike="noStrike">
                          <a:latin typeface="Calibri"/>
                        </a:rPr>
                        <a:t>2</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c>
                  <a:txBody>
                    <a:bodyPr lIns="51840" rIns="51840">
                      <a:noAutofit/>
                    </a:bodyPr>
                    <a:p>
                      <a:pPr algn="just">
                        <a:lnSpc>
                          <a:spcPct val="100000"/>
                        </a:lnSpc>
                      </a:pPr>
                      <a:r>
                        <a:rPr b="1" lang="en-IN" sz="1800" spc="-1" strike="noStrike">
                          <a:solidFill>
                            <a:srgbClr val="000000"/>
                          </a:solidFill>
                          <a:latin typeface="Arial"/>
                        </a:rPr>
                        <a:t>bg</a:t>
                      </a:r>
                      <a:endParaRPr b="0" lang="en-US" sz="1800" spc="-1" strike="noStrike">
                        <a:latin typeface="Arial"/>
                      </a:endParaRPr>
                    </a:p>
                    <a:p>
                      <a:pPr algn="just">
                        <a:lnSpc>
                          <a:spcPct val="100000"/>
                        </a:lnSpc>
                      </a:pPr>
                      <a:r>
                        <a:rPr b="0" lang="en-IN" sz="1800" spc="-1" strike="noStrike">
                          <a:solidFill>
                            <a:srgbClr val="000000"/>
                          </a:solidFill>
                          <a:latin typeface="Arial"/>
                        </a:rPr>
                        <a:t>The normal background color displayed behind the label and indicator.</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r>
              <a:tr h="660600">
                <a:tc>
                  <a:txBody>
                    <a:bodyPr lIns="51840" rIns="51840">
                      <a:noAutofit/>
                    </a:bodyPr>
                    <a:p>
                      <a:pPr>
                        <a:lnSpc>
                          <a:spcPct val="100000"/>
                        </a:lnSpc>
                      </a:pPr>
                      <a:r>
                        <a:rPr b="0" lang="en-IN" sz="1800" spc="-1" strike="noStrike">
                          <a:latin typeface="Calibri"/>
                        </a:rPr>
                        <a:t>3</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c>
                  <a:txBody>
                    <a:bodyPr lIns="51840" rIns="51840">
                      <a:noAutofit/>
                    </a:bodyPr>
                    <a:p>
                      <a:pPr algn="just">
                        <a:lnSpc>
                          <a:spcPct val="100000"/>
                        </a:lnSpc>
                      </a:pPr>
                      <a:r>
                        <a:rPr b="1" lang="en-IN" sz="1800" spc="-1" strike="noStrike">
                          <a:solidFill>
                            <a:srgbClr val="000000"/>
                          </a:solidFill>
                          <a:latin typeface="Arial"/>
                        </a:rPr>
                        <a:t>bitmap</a:t>
                      </a:r>
                      <a:endParaRPr b="0" lang="en-US" sz="1800" spc="-1" strike="noStrike">
                        <a:latin typeface="Arial"/>
                      </a:endParaRPr>
                    </a:p>
                    <a:p>
                      <a:pPr algn="just">
                        <a:lnSpc>
                          <a:spcPct val="100000"/>
                        </a:lnSpc>
                      </a:pPr>
                      <a:r>
                        <a:rPr b="0" lang="en-IN" sz="1800" spc="-1" strike="noStrike">
                          <a:solidFill>
                            <a:srgbClr val="000000"/>
                          </a:solidFill>
                          <a:latin typeface="Arial"/>
                        </a:rPr>
                        <a:t>Set this option equal to a bitmap or image object and the label will display that graphic.</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r>
              <a:tr h="660600">
                <a:tc>
                  <a:txBody>
                    <a:bodyPr lIns="51840" rIns="51840">
                      <a:noAutofit/>
                    </a:bodyPr>
                    <a:p>
                      <a:pPr>
                        <a:lnSpc>
                          <a:spcPct val="100000"/>
                        </a:lnSpc>
                      </a:pPr>
                      <a:r>
                        <a:rPr b="0" lang="en-IN" sz="1800" spc="-1" strike="noStrike">
                          <a:latin typeface="Calibri"/>
                        </a:rPr>
                        <a:t>4</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c>
                  <a:txBody>
                    <a:bodyPr lIns="51840" rIns="51840">
                      <a:noAutofit/>
                    </a:bodyPr>
                    <a:p>
                      <a:pPr algn="just">
                        <a:lnSpc>
                          <a:spcPct val="100000"/>
                        </a:lnSpc>
                      </a:pPr>
                      <a:r>
                        <a:rPr b="1" lang="en-IN" sz="1800" spc="-1" strike="noStrike">
                          <a:solidFill>
                            <a:srgbClr val="000000"/>
                          </a:solidFill>
                          <a:latin typeface="Arial"/>
                        </a:rPr>
                        <a:t>bd</a:t>
                      </a:r>
                      <a:endParaRPr b="0" lang="en-US" sz="1800" spc="-1" strike="noStrike">
                        <a:latin typeface="Arial"/>
                      </a:endParaRPr>
                    </a:p>
                    <a:p>
                      <a:pPr algn="just">
                        <a:lnSpc>
                          <a:spcPct val="100000"/>
                        </a:lnSpc>
                      </a:pPr>
                      <a:r>
                        <a:rPr b="0" lang="en-IN" sz="1800" spc="-1" strike="noStrike">
                          <a:solidFill>
                            <a:srgbClr val="000000"/>
                          </a:solidFill>
                          <a:latin typeface="Arial"/>
                        </a:rPr>
                        <a:t>The size of the border around the indicator. Default is 2 pixels.</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r>
              <a:tr h="871920">
                <a:tc>
                  <a:txBody>
                    <a:bodyPr lIns="51840" rIns="51840">
                      <a:noAutofit/>
                    </a:bodyPr>
                    <a:p>
                      <a:pPr>
                        <a:lnSpc>
                          <a:spcPct val="100000"/>
                        </a:lnSpc>
                      </a:pPr>
                      <a:r>
                        <a:rPr b="0" lang="en-IN" sz="1800" spc="-1" strike="noStrike">
                          <a:latin typeface="Calibri"/>
                        </a:rPr>
                        <a:t>5</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c>
                  <a:txBody>
                    <a:bodyPr lIns="51840" rIns="51840">
                      <a:noAutofit/>
                    </a:bodyPr>
                    <a:p>
                      <a:pPr algn="just">
                        <a:lnSpc>
                          <a:spcPct val="100000"/>
                        </a:lnSpc>
                      </a:pPr>
                      <a:r>
                        <a:rPr b="1" lang="en-IN" sz="1800" spc="-1" strike="noStrike">
                          <a:solidFill>
                            <a:srgbClr val="000000"/>
                          </a:solidFill>
                          <a:latin typeface="Arial"/>
                        </a:rPr>
                        <a:t>cursor</a:t>
                      </a:r>
                      <a:endParaRPr b="0" lang="en-US" sz="1800" spc="-1" strike="noStrike">
                        <a:latin typeface="Arial"/>
                      </a:endParaRPr>
                    </a:p>
                    <a:p>
                      <a:pPr algn="just">
                        <a:lnSpc>
                          <a:spcPct val="100000"/>
                        </a:lnSpc>
                      </a:pPr>
                      <a:r>
                        <a:rPr b="0" lang="en-IN" sz="1800" spc="-1" strike="noStrike">
                          <a:solidFill>
                            <a:srgbClr val="000000"/>
                          </a:solidFill>
                          <a:latin typeface="Arial"/>
                        </a:rPr>
                        <a:t>If you set this option to a cursor name (</a:t>
                      </a:r>
                      <a:r>
                        <a:rPr b="0" i="1" lang="en-IN" sz="1800" spc="-1" strike="noStrike">
                          <a:solidFill>
                            <a:srgbClr val="000000"/>
                          </a:solidFill>
                          <a:latin typeface="Arial"/>
                        </a:rPr>
                        <a:t>arrow, dot etc.</a:t>
                      </a:r>
                      <a:r>
                        <a:rPr b="0" lang="en-IN" sz="1800" spc="-1" strike="noStrike">
                          <a:solidFill>
                            <a:srgbClr val="000000"/>
                          </a:solidFill>
                          <a:latin typeface="Arial"/>
                        </a:rPr>
                        <a:t>), the mouse cursor will change to that pattern when it is over the checkbutton.</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r>
              <a:tr h="871920">
                <a:tc>
                  <a:txBody>
                    <a:bodyPr lIns="51840" rIns="51840">
                      <a:noAutofit/>
                    </a:bodyPr>
                    <a:p>
                      <a:pPr>
                        <a:lnSpc>
                          <a:spcPct val="100000"/>
                        </a:lnSpc>
                      </a:pPr>
                      <a:r>
                        <a:rPr b="0" lang="en-IN" sz="1800" spc="-1" strike="noStrike">
                          <a:latin typeface="Calibri"/>
                        </a:rPr>
                        <a:t>6</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c>
                  <a:txBody>
                    <a:bodyPr lIns="51840" rIns="51840">
                      <a:noAutofit/>
                    </a:bodyPr>
                    <a:p>
                      <a:pPr algn="just">
                        <a:lnSpc>
                          <a:spcPct val="100000"/>
                        </a:lnSpc>
                      </a:pPr>
                      <a:r>
                        <a:rPr b="1" lang="en-IN" sz="1800" spc="-1" strike="noStrike">
                          <a:solidFill>
                            <a:srgbClr val="000000"/>
                          </a:solidFill>
                          <a:latin typeface="Arial"/>
                        </a:rPr>
                        <a:t>font</a:t>
                      </a:r>
                      <a:endParaRPr b="0" lang="en-US" sz="1800" spc="-1" strike="noStrike">
                        <a:latin typeface="Arial"/>
                      </a:endParaRPr>
                    </a:p>
                    <a:p>
                      <a:pPr algn="just">
                        <a:lnSpc>
                          <a:spcPct val="100000"/>
                        </a:lnSpc>
                      </a:pPr>
                      <a:r>
                        <a:rPr b="0" lang="en-IN" sz="1800" spc="-1" strike="noStrike">
                          <a:solidFill>
                            <a:srgbClr val="000000"/>
                          </a:solidFill>
                          <a:latin typeface="Arial"/>
                        </a:rPr>
                        <a:t>If you are displaying text in this label (with the text or textvariable option, the font option specifies in what font that text will be displayed.</a:t>
                      </a:r>
                      <a:endParaRPr b="0" lang="en-US" sz="1800" spc="-1" strike="noStrike">
                        <a:latin typeface="Arial"/>
                      </a:endParaRPr>
                    </a:p>
                  </a:txBody>
                  <a:tcPr marL="51840" marR="51840">
                    <a:lnL w="9360">
                      <a:solidFill>
                        <a:srgbClr val="dddddd"/>
                      </a:solidFill>
                    </a:lnL>
                    <a:lnR w="9360">
                      <a:solidFill>
                        <a:srgbClr val="dddddd"/>
                      </a:solidFill>
                    </a:lnR>
                    <a:lnT w="9360">
                      <a:solidFill>
                        <a:srgbClr val="dddddd"/>
                      </a:solidFill>
                    </a:lnT>
                    <a:lnB w="9360">
                      <a:solidFill>
                        <a:srgbClr val="dddddd"/>
                      </a:solidFill>
                    </a:lnB>
                    <a:noFill/>
                  </a:tcPr>
                </a:tc>
              </a:tr>
            </a:tbl>
          </a:graphicData>
        </a:graphic>
      </p:graphicFrame>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71" name="Table 1"/>
          <p:cNvGraphicFramePr/>
          <p:nvPr/>
        </p:nvGraphicFramePr>
        <p:xfrm>
          <a:off x="1219320" y="304920"/>
          <a:ext cx="9143280" cy="6105960"/>
        </p:xfrm>
        <a:graphic>
          <a:graphicData uri="http://schemas.openxmlformats.org/drawingml/2006/table">
            <a:tbl>
              <a:tblPr/>
              <a:tblGrid>
                <a:gridCol w="838080"/>
                <a:gridCol w="8305560"/>
              </a:tblGrid>
              <a:tr h="1083240">
                <a:tc>
                  <a:txBody>
                    <a:bodyPr lIns="29520" rIns="29520">
                      <a:noAutofit/>
                    </a:bodyPr>
                    <a:p>
                      <a:pPr>
                        <a:lnSpc>
                          <a:spcPct val="100000"/>
                        </a:lnSpc>
                      </a:pPr>
                      <a:r>
                        <a:rPr b="0" lang="en-IN" sz="1400" spc="-1" strike="noStrike">
                          <a:latin typeface="Calibri"/>
                        </a:rPr>
                        <a:t>7</a:t>
                      </a:r>
                      <a:endParaRPr b="0" lang="en-US" sz="14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c>
                  <a:txBody>
                    <a:bodyPr lIns="29520" rIns="29520">
                      <a:noAutofit/>
                    </a:bodyPr>
                    <a:p>
                      <a:pPr algn="just">
                        <a:lnSpc>
                          <a:spcPct val="100000"/>
                        </a:lnSpc>
                      </a:pPr>
                      <a:r>
                        <a:rPr b="1" lang="en-IN" sz="1800" spc="-1" strike="noStrike">
                          <a:solidFill>
                            <a:srgbClr val="000000"/>
                          </a:solidFill>
                          <a:latin typeface="Arial"/>
                        </a:rPr>
                        <a:t>fg</a:t>
                      </a:r>
                      <a:endParaRPr b="0" lang="en-US" sz="1800" spc="-1" strike="noStrike">
                        <a:latin typeface="Arial"/>
                      </a:endParaRPr>
                    </a:p>
                    <a:p>
                      <a:pPr algn="just">
                        <a:lnSpc>
                          <a:spcPct val="100000"/>
                        </a:lnSpc>
                      </a:pPr>
                      <a:r>
                        <a:rPr b="0" lang="en-IN" sz="1800" spc="-1" strike="noStrike">
                          <a:solidFill>
                            <a:srgbClr val="000000"/>
                          </a:solidFill>
                          <a:latin typeface="Arial"/>
                        </a:rPr>
                        <a:t>If you are displaying text or a bitmap in this label, this option specifies the color of the text. If you are displaying a bitmap, this is the color that will appear at the position of the 1-bits in the bitmap.</a:t>
                      </a:r>
                      <a:endParaRPr b="0" lang="en-US" sz="18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r>
              <a:tr h="571320">
                <a:tc>
                  <a:txBody>
                    <a:bodyPr lIns="29520" rIns="29520">
                      <a:noAutofit/>
                    </a:bodyPr>
                    <a:p>
                      <a:pPr>
                        <a:lnSpc>
                          <a:spcPct val="100000"/>
                        </a:lnSpc>
                      </a:pPr>
                      <a:r>
                        <a:rPr b="0" lang="en-IN" sz="1400" spc="-1" strike="noStrike">
                          <a:latin typeface="Calibri"/>
                        </a:rPr>
                        <a:t>8</a:t>
                      </a:r>
                      <a:endParaRPr b="0" lang="en-US" sz="14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c>
                  <a:txBody>
                    <a:bodyPr lIns="29520" rIns="29520">
                      <a:noAutofit/>
                    </a:bodyPr>
                    <a:p>
                      <a:pPr algn="just">
                        <a:lnSpc>
                          <a:spcPct val="100000"/>
                        </a:lnSpc>
                      </a:pPr>
                      <a:r>
                        <a:rPr b="1" lang="en-IN" sz="1800" spc="-1" strike="noStrike">
                          <a:solidFill>
                            <a:srgbClr val="000000"/>
                          </a:solidFill>
                          <a:latin typeface="Arial"/>
                        </a:rPr>
                        <a:t>height</a:t>
                      </a:r>
                      <a:endParaRPr b="0" lang="en-US" sz="1800" spc="-1" strike="noStrike">
                        <a:latin typeface="Arial"/>
                      </a:endParaRPr>
                    </a:p>
                    <a:p>
                      <a:pPr algn="just">
                        <a:lnSpc>
                          <a:spcPct val="100000"/>
                        </a:lnSpc>
                      </a:pPr>
                      <a:r>
                        <a:rPr b="0" lang="en-IN" sz="1800" spc="-1" strike="noStrike">
                          <a:solidFill>
                            <a:srgbClr val="000000"/>
                          </a:solidFill>
                          <a:latin typeface="Arial"/>
                        </a:rPr>
                        <a:t>The vertical dimension of the new frame.</a:t>
                      </a:r>
                      <a:endParaRPr b="0" lang="en-US" sz="18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r>
              <a:tr h="571320">
                <a:tc>
                  <a:txBody>
                    <a:bodyPr lIns="29520" rIns="29520">
                      <a:noAutofit/>
                    </a:bodyPr>
                    <a:p>
                      <a:pPr>
                        <a:lnSpc>
                          <a:spcPct val="100000"/>
                        </a:lnSpc>
                      </a:pPr>
                      <a:r>
                        <a:rPr b="0" lang="en-IN" sz="1400" spc="-1" strike="noStrike">
                          <a:latin typeface="Calibri"/>
                        </a:rPr>
                        <a:t>9</a:t>
                      </a:r>
                      <a:endParaRPr b="0" lang="en-US" sz="14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c>
                  <a:txBody>
                    <a:bodyPr lIns="29520" rIns="29520">
                      <a:noAutofit/>
                    </a:bodyPr>
                    <a:p>
                      <a:pPr algn="just">
                        <a:lnSpc>
                          <a:spcPct val="100000"/>
                        </a:lnSpc>
                      </a:pPr>
                      <a:r>
                        <a:rPr b="1" lang="en-IN" sz="1800" spc="-1" strike="noStrike">
                          <a:solidFill>
                            <a:srgbClr val="000000"/>
                          </a:solidFill>
                          <a:latin typeface="Arial"/>
                        </a:rPr>
                        <a:t>image</a:t>
                      </a:r>
                      <a:endParaRPr b="0" lang="en-US" sz="1800" spc="-1" strike="noStrike">
                        <a:latin typeface="Arial"/>
                      </a:endParaRPr>
                    </a:p>
                    <a:p>
                      <a:pPr algn="just">
                        <a:lnSpc>
                          <a:spcPct val="100000"/>
                        </a:lnSpc>
                      </a:pPr>
                      <a:r>
                        <a:rPr b="0" lang="en-IN" sz="1800" spc="-1" strike="noStrike">
                          <a:solidFill>
                            <a:srgbClr val="000000"/>
                          </a:solidFill>
                          <a:latin typeface="Arial"/>
                        </a:rPr>
                        <a:t>To display a static image in the label widget, set this option to an image object.</a:t>
                      </a:r>
                      <a:endParaRPr b="0" lang="en-US" sz="18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r>
              <a:tr h="1083240">
                <a:tc>
                  <a:txBody>
                    <a:bodyPr lIns="29520" rIns="29520">
                      <a:noAutofit/>
                    </a:bodyPr>
                    <a:p>
                      <a:pPr>
                        <a:lnSpc>
                          <a:spcPct val="100000"/>
                        </a:lnSpc>
                      </a:pPr>
                      <a:r>
                        <a:rPr b="0" lang="en-IN" sz="1400" spc="-1" strike="noStrike">
                          <a:latin typeface="Calibri"/>
                        </a:rPr>
                        <a:t>10</a:t>
                      </a:r>
                      <a:endParaRPr b="0" lang="en-US" sz="14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c>
                  <a:txBody>
                    <a:bodyPr lIns="29520" rIns="29520">
                      <a:noAutofit/>
                    </a:bodyPr>
                    <a:p>
                      <a:pPr algn="just">
                        <a:lnSpc>
                          <a:spcPct val="100000"/>
                        </a:lnSpc>
                      </a:pPr>
                      <a:r>
                        <a:rPr b="1" lang="en-IN" sz="1800" spc="-1" strike="noStrike">
                          <a:solidFill>
                            <a:srgbClr val="000000"/>
                          </a:solidFill>
                          <a:latin typeface="Arial"/>
                        </a:rPr>
                        <a:t>justify</a:t>
                      </a:r>
                      <a:endParaRPr b="0" lang="en-US" sz="1800" spc="-1" strike="noStrike">
                        <a:latin typeface="Arial"/>
                      </a:endParaRPr>
                    </a:p>
                    <a:p>
                      <a:pPr algn="just">
                        <a:lnSpc>
                          <a:spcPct val="100000"/>
                        </a:lnSpc>
                      </a:pPr>
                      <a:r>
                        <a:rPr b="0" lang="en-IN" sz="1800" spc="-1" strike="noStrike">
                          <a:solidFill>
                            <a:srgbClr val="000000"/>
                          </a:solidFill>
                          <a:latin typeface="Arial"/>
                        </a:rPr>
                        <a:t>Specifies how multiple lines of text will be aligned with respect to each other: LEFT for flush left, CENTER for centered (the default), or RIGHT for right-justified.</a:t>
                      </a:r>
                      <a:endParaRPr b="0" lang="en-US" sz="18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r>
              <a:tr h="571320">
                <a:tc>
                  <a:txBody>
                    <a:bodyPr lIns="29520" rIns="29520">
                      <a:noAutofit/>
                    </a:bodyPr>
                    <a:p>
                      <a:pPr>
                        <a:lnSpc>
                          <a:spcPct val="100000"/>
                        </a:lnSpc>
                      </a:pPr>
                      <a:r>
                        <a:rPr b="0" lang="en-IN" sz="1400" spc="-1" strike="noStrike">
                          <a:latin typeface="Calibri"/>
                        </a:rPr>
                        <a:t>11</a:t>
                      </a:r>
                      <a:endParaRPr b="0" lang="en-US" sz="14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c>
                  <a:txBody>
                    <a:bodyPr lIns="29520" rIns="29520">
                      <a:noAutofit/>
                    </a:bodyPr>
                    <a:p>
                      <a:pPr algn="just">
                        <a:lnSpc>
                          <a:spcPct val="100000"/>
                        </a:lnSpc>
                      </a:pPr>
                      <a:r>
                        <a:rPr b="1" lang="en-IN" sz="1800" spc="-1" strike="noStrike">
                          <a:solidFill>
                            <a:srgbClr val="000000"/>
                          </a:solidFill>
                          <a:latin typeface="Arial"/>
                        </a:rPr>
                        <a:t>padx</a:t>
                      </a:r>
                      <a:endParaRPr b="0" lang="en-US" sz="1800" spc="-1" strike="noStrike">
                        <a:latin typeface="Arial"/>
                      </a:endParaRPr>
                    </a:p>
                    <a:p>
                      <a:pPr algn="just">
                        <a:lnSpc>
                          <a:spcPct val="100000"/>
                        </a:lnSpc>
                      </a:pPr>
                      <a:r>
                        <a:rPr b="0" lang="en-IN" sz="1800" spc="-1" strike="noStrike">
                          <a:solidFill>
                            <a:srgbClr val="000000"/>
                          </a:solidFill>
                          <a:latin typeface="Arial"/>
                        </a:rPr>
                        <a:t>Extra space added to the left and right of the text within the widget. Default is 1.</a:t>
                      </a:r>
                      <a:endParaRPr b="0" lang="en-US" sz="18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r>
              <a:tr h="571320">
                <a:tc>
                  <a:txBody>
                    <a:bodyPr lIns="29520" rIns="29520">
                      <a:noAutofit/>
                    </a:bodyPr>
                    <a:p>
                      <a:pPr>
                        <a:lnSpc>
                          <a:spcPct val="100000"/>
                        </a:lnSpc>
                      </a:pPr>
                      <a:r>
                        <a:rPr b="0" lang="en-IN" sz="1400" spc="-1" strike="noStrike">
                          <a:latin typeface="Calibri"/>
                        </a:rPr>
                        <a:t>12</a:t>
                      </a:r>
                      <a:endParaRPr b="0" lang="en-US" sz="14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c>
                  <a:txBody>
                    <a:bodyPr lIns="29520" rIns="29520">
                      <a:noAutofit/>
                    </a:bodyPr>
                    <a:p>
                      <a:pPr algn="just">
                        <a:lnSpc>
                          <a:spcPct val="100000"/>
                        </a:lnSpc>
                      </a:pPr>
                      <a:r>
                        <a:rPr b="1" lang="en-IN" sz="1800" spc="-1" strike="noStrike">
                          <a:solidFill>
                            <a:srgbClr val="000000"/>
                          </a:solidFill>
                          <a:latin typeface="Arial"/>
                        </a:rPr>
                        <a:t>pady</a:t>
                      </a:r>
                      <a:endParaRPr b="0" lang="en-US" sz="1800" spc="-1" strike="noStrike">
                        <a:latin typeface="Arial"/>
                      </a:endParaRPr>
                    </a:p>
                    <a:p>
                      <a:pPr algn="just">
                        <a:lnSpc>
                          <a:spcPct val="100000"/>
                        </a:lnSpc>
                      </a:pPr>
                      <a:r>
                        <a:rPr b="0" lang="en-IN" sz="1800" spc="-1" strike="noStrike">
                          <a:solidFill>
                            <a:srgbClr val="000000"/>
                          </a:solidFill>
                          <a:latin typeface="Arial"/>
                        </a:rPr>
                        <a:t>Extra space added above and below the text within the widget. Default is 1.</a:t>
                      </a:r>
                      <a:endParaRPr b="0" lang="en-US" sz="18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r>
              <a:tr h="827280">
                <a:tc>
                  <a:txBody>
                    <a:bodyPr lIns="29520" rIns="29520">
                      <a:noAutofit/>
                    </a:bodyPr>
                    <a:p>
                      <a:pPr>
                        <a:lnSpc>
                          <a:spcPct val="100000"/>
                        </a:lnSpc>
                      </a:pPr>
                      <a:r>
                        <a:rPr b="0" lang="en-IN" sz="1400" spc="-1" strike="noStrike">
                          <a:latin typeface="Calibri"/>
                        </a:rPr>
                        <a:t>13</a:t>
                      </a:r>
                      <a:endParaRPr b="0" lang="en-US" sz="14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c>
                  <a:txBody>
                    <a:bodyPr lIns="29520" rIns="29520">
                      <a:noAutofit/>
                    </a:bodyPr>
                    <a:p>
                      <a:pPr algn="just">
                        <a:lnSpc>
                          <a:spcPct val="100000"/>
                        </a:lnSpc>
                      </a:pPr>
                      <a:r>
                        <a:rPr b="1" lang="en-IN" sz="1800" spc="-1" strike="noStrike">
                          <a:solidFill>
                            <a:srgbClr val="000000"/>
                          </a:solidFill>
                          <a:latin typeface="Arial"/>
                        </a:rPr>
                        <a:t>relief</a:t>
                      </a:r>
                      <a:endParaRPr b="0" lang="en-US" sz="1800" spc="-1" strike="noStrike">
                        <a:latin typeface="Arial"/>
                      </a:endParaRPr>
                    </a:p>
                    <a:p>
                      <a:pPr algn="just">
                        <a:lnSpc>
                          <a:spcPct val="100000"/>
                        </a:lnSpc>
                      </a:pPr>
                      <a:r>
                        <a:rPr b="0" lang="en-IN" sz="1800" spc="-1" strike="noStrike">
                          <a:solidFill>
                            <a:srgbClr val="000000"/>
                          </a:solidFill>
                          <a:latin typeface="Arial"/>
                        </a:rPr>
                        <a:t>Specifies the appearance of a decorative border around the label. The default is FLAT; for other values.</a:t>
                      </a:r>
                      <a:endParaRPr b="0" lang="en-US" sz="18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r>
              <a:tr h="827280">
                <a:tc>
                  <a:txBody>
                    <a:bodyPr lIns="29520" rIns="29520">
                      <a:noAutofit/>
                    </a:bodyPr>
                    <a:p>
                      <a:pPr>
                        <a:lnSpc>
                          <a:spcPct val="100000"/>
                        </a:lnSpc>
                      </a:pPr>
                      <a:r>
                        <a:rPr b="0" lang="en-IN" sz="1400" spc="-1" strike="noStrike">
                          <a:latin typeface="Calibri"/>
                        </a:rPr>
                        <a:t>14</a:t>
                      </a:r>
                      <a:endParaRPr b="0" lang="en-US" sz="14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c>
                  <a:txBody>
                    <a:bodyPr lIns="29520" rIns="29520">
                      <a:noAutofit/>
                    </a:bodyPr>
                    <a:p>
                      <a:pPr algn="just">
                        <a:lnSpc>
                          <a:spcPct val="100000"/>
                        </a:lnSpc>
                      </a:pPr>
                      <a:r>
                        <a:rPr b="1" lang="en-IN" sz="1800" spc="-1" strike="noStrike">
                          <a:solidFill>
                            <a:srgbClr val="000000"/>
                          </a:solidFill>
                          <a:latin typeface="Arial"/>
                        </a:rPr>
                        <a:t>text</a:t>
                      </a:r>
                      <a:endParaRPr b="0" lang="en-US" sz="1800" spc="-1" strike="noStrike">
                        <a:latin typeface="Arial"/>
                      </a:endParaRPr>
                    </a:p>
                    <a:p>
                      <a:pPr algn="just">
                        <a:lnSpc>
                          <a:spcPct val="100000"/>
                        </a:lnSpc>
                      </a:pPr>
                      <a:r>
                        <a:rPr b="0" lang="en-IN" sz="1800" spc="-1" strike="noStrike">
                          <a:solidFill>
                            <a:srgbClr val="000000"/>
                          </a:solidFill>
                          <a:latin typeface="Arial"/>
                        </a:rPr>
                        <a:t>To display one or more lines of text in a label widget, set this option to a string containing the text. Internal newlines ("\n") will force a line break.</a:t>
                      </a:r>
                      <a:endParaRPr b="0" lang="en-US" sz="1800" spc="-1" strike="noStrike">
                        <a:latin typeface="Arial"/>
                      </a:endParaRPr>
                    </a:p>
                  </a:txBody>
                  <a:tcPr marL="29520" marR="29520">
                    <a:lnL w="9360">
                      <a:solidFill>
                        <a:srgbClr val="dddddd"/>
                      </a:solidFill>
                    </a:lnL>
                    <a:lnR w="9360">
                      <a:solidFill>
                        <a:srgbClr val="dddddd"/>
                      </a:solidFill>
                    </a:lnR>
                    <a:lnT w="9360">
                      <a:solidFill>
                        <a:srgbClr val="dddddd"/>
                      </a:solidFill>
                    </a:lnT>
                    <a:lnB w="9360">
                      <a:solidFill>
                        <a:srgbClr val="dddddd"/>
                      </a:solidFill>
                    </a:lnB>
                    <a:noFill/>
                  </a:tcPr>
                </a:tc>
              </a:tr>
            </a:tbl>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72" name="Table 1"/>
          <p:cNvGraphicFramePr/>
          <p:nvPr/>
        </p:nvGraphicFramePr>
        <p:xfrm>
          <a:off x="1523880" y="669600"/>
          <a:ext cx="8686080" cy="5730480"/>
        </p:xfrm>
        <a:graphic>
          <a:graphicData uri="http://schemas.openxmlformats.org/drawingml/2006/table">
            <a:tbl>
              <a:tblPr/>
              <a:tblGrid>
                <a:gridCol w="838080"/>
                <a:gridCol w="7848360"/>
              </a:tblGrid>
              <a:tr h="1243080">
                <a:tc>
                  <a:txBody>
                    <a:bodyPr lIns="49680" rIns="49680">
                      <a:noAutofit/>
                    </a:bodyPr>
                    <a:p>
                      <a:pPr>
                        <a:lnSpc>
                          <a:spcPct val="100000"/>
                        </a:lnSpc>
                      </a:pPr>
                      <a:r>
                        <a:rPr b="0" lang="en-IN" sz="1800" spc="-1" strike="noStrike">
                          <a:latin typeface="Calibri"/>
                        </a:rPr>
                        <a:t>15</a:t>
                      </a:r>
                      <a:endParaRPr b="0" lang="en-US" sz="1800" spc="-1" strike="noStrike">
                        <a:latin typeface="Arial"/>
                      </a:endParaRPr>
                    </a:p>
                  </a:txBody>
                  <a:tcPr marL="49680" marR="49680">
                    <a:lnL w="9360">
                      <a:solidFill>
                        <a:srgbClr val="dddddd"/>
                      </a:solidFill>
                    </a:lnL>
                    <a:lnR w="9360">
                      <a:solidFill>
                        <a:srgbClr val="dddddd"/>
                      </a:solidFill>
                    </a:lnR>
                    <a:lnT w="9360">
                      <a:solidFill>
                        <a:srgbClr val="dddddd"/>
                      </a:solidFill>
                    </a:lnT>
                    <a:lnB w="9360">
                      <a:solidFill>
                        <a:srgbClr val="dddddd"/>
                      </a:solidFill>
                    </a:lnB>
                    <a:noFill/>
                  </a:tcPr>
                </a:tc>
                <a:tc>
                  <a:txBody>
                    <a:bodyPr lIns="49680" rIns="49680">
                      <a:noAutofit/>
                    </a:bodyPr>
                    <a:p>
                      <a:pPr algn="just">
                        <a:lnSpc>
                          <a:spcPct val="100000"/>
                        </a:lnSpc>
                      </a:pPr>
                      <a:r>
                        <a:rPr b="1" lang="en-IN" sz="1800" spc="-1" strike="noStrike">
                          <a:solidFill>
                            <a:srgbClr val="000000"/>
                          </a:solidFill>
                          <a:latin typeface="Arial"/>
                        </a:rPr>
                        <a:t>textvariable</a:t>
                      </a:r>
                      <a:endParaRPr b="0" lang="en-US" sz="1800" spc="-1" strike="noStrike">
                        <a:latin typeface="Arial"/>
                      </a:endParaRPr>
                    </a:p>
                    <a:p>
                      <a:pPr algn="just">
                        <a:lnSpc>
                          <a:spcPct val="100000"/>
                        </a:lnSpc>
                      </a:pPr>
                      <a:r>
                        <a:rPr b="0" lang="en-IN" sz="1800" spc="-1" strike="noStrike">
                          <a:solidFill>
                            <a:srgbClr val="000000"/>
                          </a:solidFill>
                          <a:latin typeface="Arial"/>
                        </a:rPr>
                        <a:t>To slave the text displayed in a label widget to a control variable of class </a:t>
                      </a:r>
                      <a:r>
                        <a:rPr b="0" i="1" lang="en-IN" sz="1800" spc="-1" strike="noStrike">
                          <a:solidFill>
                            <a:srgbClr val="000000"/>
                          </a:solidFill>
                          <a:latin typeface="Arial"/>
                        </a:rPr>
                        <a:t>StringVar</a:t>
                      </a:r>
                      <a:r>
                        <a:rPr b="0" lang="en-IN" sz="1800" spc="-1" strike="noStrike">
                          <a:solidFill>
                            <a:srgbClr val="000000"/>
                          </a:solidFill>
                          <a:latin typeface="Arial"/>
                        </a:rPr>
                        <a:t>, set this option to that variable.</a:t>
                      </a:r>
                      <a:endParaRPr b="0" lang="en-US" sz="1800" spc="-1" strike="noStrike">
                        <a:latin typeface="Arial"/>
                      </a:endParaRPr>
                    </a:p>
                  </a:txBody>
                  <a:tcPr marL="49680" marR="49680">
                    <a:lnL w="9360">
                      <a:solidFill>
                        <a:srgbClr val="dddddd"/>
                      </a:solidFill>
                    </a:lnL>
                    <a:lnR w="9360">
                      <a:solidFill>
                        <a:srgbClr val="dddddd"/>
                      </a:solidFill>
                    </a:lnR>
                    <a:lnT w="9360">
                      <a:solidFill>
                        <a:srgbClr val="dddddd"/>
                      </a:solidFill>
                    </a:lnT>
                    <a:lnB w="9360">
                      <a:solidFill>
                        <a:srgbClr val="dddddd"/>
                      </a:solidFill>
                    </a:lnB>
                    <a:noFill/>
                  </a:tcPr>
                </a:tc>
              </a:tr>
              <a:tr h="1622160">
                <a:tc>
                  <a:txBody>
                    <a:bodyPr lIns="49680" rIns="49680">
                      <a:noAutofit/>
                    </a:bodyPr>
                    <a:p>
                      <a:pPr>
                        <a:lnSpc>
                          <a:spcPct val="100000"/>
                        </a:lnSpc>
                      </a:pPr>
                      <a:r>
                        <a:rPr b="0" lang="en-IN" sz="1800" spc="-1" strike="noStrike">
                          <a:latin typeface="Calibri"/>
                        </a:rPr>
                        <a:t>16</a:t>
                      </a:r>
                      <a:endParaRPr b="0" lang="en-US" sz="1800" spc="-1" strike="noStrike">
                        <a:latin typeface="Arial"/>
                      </a:endParaRPr>
                    </a:p>
                  </a:txBody>
                  <a:tcPr marL="49680" marR="49680">
                    <a:lnL w="9360">
                      <a:solidFill>
                        <a:srgbClr val="dddddd"/>
                      </a:solidFill>
                    </a:lnL>
                    <a:lnR w="9360">
                      <a:solidFill>
                        <a:srgbClr val="dddddd"/>
                      </a:solidFill>
                    </a:lnR>
                    <a:lnT w="9360">
                      <a:solidFill>
                        <a:srgbClr val="dddddd"/>
                      </a:solidFill>
                    </a:lnT>
                    <a:lnB w="9360">
                      <a:solidFill>
                        <a:srgbClr val="dddddd"/>
                      </a:solidFill>
                    </a:lnB>
                    <a:noFill/>
                  </a:tcPr>
                </a:tc>
                <a:tc>
                  <a:txBody>
                    <a:bodyPr lIns="49680" rIns="49680">
                      <a:noAutofit/>
                    </a:bodyPr>
                    <a:p>
                      <a:pPr algn="just">
                        <a:lnSpc>
                          <a:spcPct val="100000"/>
                        </a:lnSpc>
                      </a:pPr>
                      <a:r>
                        <a:rPr b="1" lang="en-IN" sz="1800" spc="-1" strike="noStrike">
                          <a:solidFill>
                            <a:srgbClr val="000000"/>
                          </a:solidFill>
                          <a:latin typeface="Arial"/>
                        </a:rPr>
                        <a:t>underline</a:t>
                      </a:r>
                      <a:endParaRPr b="0" lang="en-US" sz="1800" spc="-1" strike="noStrike">
                        <a:latin typeface="Arial"/>
                      </a:endParaRPr>
                    </a:p>
                    <a:p>
                      <a:pPr algn="just">
                        <a:lnSpc>
                          <a:spcPct val="100000"/>
                        </a:lnSpc>
                      </a:pPr>
                      <a:r>
                        <a:rPr b="0" lang="en-IN" sz="1800" spc="-1" strike="noStrike">
                          <a:solidFill>
                            <a:srgbClr val="000000"/>
                          </a:solidFill>
                          <a:latin typeface="Arial"/>
                        </a:rPr>
                        <a:t>You can display an underline (_) below the nth letter of the text, counting from 0, by setting this option to n. The default is underline=-1, which means no underlining.</a:t>
                      </a:r>
                      <a:endParaRPr b="0" lang="en-US" sz="1800" spc="-1" strike="noStrike">
                        <a:latin typeface="Arial"/>
                      </a:endParaRPr>
                    </a:p>
                  </a:txBody>
                  <a:tcPr marL="49680" marR="49680">
                    <a:lnL w="9360">
                      <a:solidFill>
                        <a:srgbClr val="dddddd"/>
                      </a:solidFill>
                    </a:lnL>
                    <a:lnR w="9360">
                      <a:solidFill>
                        <a:srgbClr val="dddddd"/>
                      </a:solidFill>
                    </a:lnR>
                    <a:lnT w="9360">
                      <a:solidFill>
                        <a:srgbClr val="dddddd"/>
                      </a:solidFill>
                    </a:lnT>
                    <a:lnB w="9360">
                      <a:solidFill>
                        <a:srgbClr val="dddddd"/>
                      </a:solidFill>
                    </a:lnB>
                    <a:noFill/>
                  </a:tcPr>
                </a:tc>
              </a:tr>
              <a:tr h="1243080">
                <a:tc>
                  <a:txBody>
                    <a:bodyPr lIns="49680" rIns="49680">
                      <a:noAutofit/>
                    </a:bodyPr>
                    <a:p>
                      <a:pPr>
                        <a:lnSpc>
                          <a:spcPct val="100000"/>
                        </a:lnSpc>
                      </a:pPr>
                      <a:r>
                        <a:rPr b="0" lang="en-IN" sz="1800" spc="-1" strike="noStrike">
                          <a:latin typeface="Calibri"/>
                        </a:rPr>
                        <a:t>17</a:t>
                      </a:r>
                      <a:endParaRPr b="0" lang="en-US" sz="1800" spc="-1" strike="noStrike">
                        <a:latin typeface="Arial"/>
                      </a:endParaRPr>
                    </a:p>
                  </a:txBody>
                  <a:tcPr marL="49680" marR="49680">
                    <a:lnL w="9360">
                      <a:solidFill>
                        <a:srgbClr val="dddddd"/>
                      </a:solidFill>
                    </a:lnL>
                    <a:lnR w="9360">
                      <a:solidFill>
                        <a:srgbClr val="dddddd"/>
                      </a:solidFill>
                    </a:lnR>
                    <a:lnT w="9360">
                      <a:solidFill>
                        <a:srgbClr val="dddddd"/>
                      </a:solidFill>
                    </a:lnT>
                    <a:lnB w="9360">
                      <a:solidFill>
                        <a:srgbClr val="dddddd"/>
                      </a:solidFill>
                    </a:lnB>
                    <a:noFill/>
                  </a:tcPr>
                </a:tc>
                <a:tc>
                  <a:txBody>
                    <a:bodyPr lIns="49680" rIns="49680">
                      <a:noAutofit/>
                    </a:bodyPr>
                    <a:p>
                      <a:pPr algn="just">
                        <a:lnSpc>
                          <a:spcPct val="100000"/>
                        </a:lnSpc>
                      </a:pPr>
                      <a:r>
                        <a:rPr b="1" lang="en-IN" sz="1800" spc="-1" strike="noStrike">
                          <a:solidFill>
                            <a:srgbClr val="000000"/>
                          </a:solidFill>
                          <a:latin typeface="Arial"/>
                        </a:rPr>
                        <a:t>width</a:t>
                      </a:r>
                      <a:endParaRPr b="0" lang="en-US" sz="1800" spc="-1" strike="noStrike">
                        <a:latin typeface="Arial"/>
                      </a:endParaRPr>
                    </a:p>
                    <a:p>
                      <a:pPr algn="just">
                        <a:lnSpc>
                          <a:spcPct val="100000"/>
                        </a:lnSpc>
                      </a:pPr>
                      <a:r>
                        <a:rPr b="0" lang="en-IN" sz="1800" spc="-1" strike="noStrike">
                          <a:solidFill>
                            <a:srgbClr val="000000"/>
                          </a:solidFill>
                          <a:latin typeface="Arial"/>
                        </a:rPr>
                        <a:t>Width of the label in characters (not pixels!). If this option is not set, the label will be sized to fit its contents.</a:t>
                      </a:r>
                      <a:endParaRPr b="0" lang="en-US" sz="1800" spc="-1" strike="noStrike">
                        <a:latin typeface="Arial"/>
                      </a:endParaRPr>
                    </a:p>
                  </a:txBody>
                  <a:tcPr marL="49680" marR="49680">
                    <a:lnL w="9360">
                      <a:solidFill>
                        <a:srgbClr val="dddddd"/>
                      </a:solidFill>
                    </a:lnL>
                    <a:lnR w="9360">
                      <a:solidFill>
                        <a:srgbClr val="dddddd"/>
                      </a:solidFill>
                    </a:lnR>
                    <a:lnT w="9360">
                      <a:solidFill>
                        <a:srgbClr val="dddddd"/>
                      </a:solidFill>
                    </a:lnT>
                    <a:lnB w="9360">
                      <a:solidFill>
                        <a:srgbClr val="dddddd"/>
                      </a:solidFill>
                    </a:lnB>
                    <a:noFill/>
                  </a:tcPr>
                </a:tc>
              </a:tr>
              <a:tr h="1622520">
                <a:tc>
                  <a:txBody>
                    <a:bodyPr lIns="49680" rIns="49680">
                      <a:noAutofit/>
                    </a:bodyPr>
                    <a:p>
                      <a:pPr>
                        <a:lnSpc>
                          <a:spcPct val="100000"/>
                        </a:lnSpc>
                      </a:pPr>
                      <a:r>
                        <a:rPr b="0" lang="en-IN" sz="1800" spc="-1" strike="noStrike">
                          <a:latin typeface="Calibri"/>
                        </a:rPr>
                        <a:t>18</a:t>
                      </a:r>
                      <a:endParaRPr b="0" lang="en-US" sz="1800" spc="-1" strike="noStrike">
                        <a:latin typeface="Arial"/>
                      </a:endParaRPr>
                    </a:p>
                  </a:txBody>
                  <a:tcPr marL="49680" marR="49680">
                    <a:lnL w="9360">
                      <a:solidFill>
                        <a:srgbClr val="dddddd"/>
                      </a:solidFill>
                    </a:lnL>
                    <a:lnR w="9360">
                      <a:solidFill>
                        <a:srgbClr val="dddddd"/>
                      </a:solidFill>
                    </a:lnR>
                    <a:lnT w="9360">
                      <a:solidFill>
                        <a:srgbClr val="dddddd"/>
                      </a:solidFill>
                    </a:lnT>
                    <a:lnB w="9360">
                      <a:solidFill>
                        <a:srgbClr val="dddddd"/>
                      </a:solidFill>
                    </a:lnB>
                    <a:noFill/>
                  </a:tcPr>
                </a:tc>
                <a:tc>
                  <a:txBody>
                    <a:bodyPr lIns="49680" rIns="49680">
                      <a:noAutofit/>
                    </a:bodyPr>
                    <a:p>
                      <a:pPr algn="just">
                        <a:lnSpc>
                          <a:spcPct val="100000"/>
                        </a:lnSpc>
                      </a:pPr>
                      <a:r>
                        <a:rPr b="1" lang="en-IN" sz="1800" spc="-1" strike="noStrike">
                          <a:solidFill>
                            <a:srgbClr val="000000"/>
                          </a:solidFill>
                          <a:latin typeface="Arial"/>
                        </a:rPr>
                        <a:t>wraplength</a:t>
                      </a:r>
                      <a:endParaRPr b="0" lang="en-US" sz="1800" spc="-1" strike="noStrike">
                        <a:latin typeface="Arial"/>
                      </a:endParaRPr>
                    </a:p>
                    <a:p>
                      <a:pPr algn="just">
                        <a:lnSpc>
                          <a:spcPct val="100000"/>
                        </a:lnSpc>
                      </a:pPr>
                      <a:r>
                        <a:rPr b="0" lang="en-IN" sz="1800" spc="-1" strike="noStrike">
                          <a:solidFill>
                            <a:srgbClr val="000000"/>
                          </a:solidFill>
                          <a:latin typeface="Arial"/>
                        </a:rPr>
                        <a:t>You can limit the number of characters in each line by setting this option to the desired number. The default value, 0, means that lines will be broken only at newlines.</a:t>
                      </a:r>
                      <a:endParaRPr b="0" lang="en-US" sz="1800" spc="-1" strike="noStrike">
                        <a:latin typeface="Arial"/>
                      </a:endParaRPr>
                    </a:p>
                  </a:txBody>
                  <a:tcPr marL="49680" marR="49680">
                    <a:lnL w="9360">
                      <a:solidFill>
                        <a:srgbClr val="dddddd"/>
                      </a:solidFill>
                    </a:lnL>
                    <a:lnR w="9360">
                      <a:solidFill>
                        <a:srgbClr val="dddddd"/>
                      </a:solidFill>
                    </a:lnR>
                    <a:lnT w="9360">
                      <a:solidFill>
                        <a:srgbClr val="dddddd"/>
                      </a:solidFill>
                    </a:lnT>
                    <a:lnB w="9360">
                      <a:solidFill>
                        <a:srgbClr val="dddddd"/>
                      </a:solidFill>
                    </a:lnB>
                    <a:noFill/>
                  </a:tcPr>
                </a:tc>
              </a:tr>
            </a:tbl>
          </a:graphicData>
        </a:graphic>
      </p:graphicFrame>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CustomShape 1"/>
          <p:cNvSpPr/>
          <p:nvPr/>
        </p:nvSpPr>
        <p:spPr>
          <a:xfrm>
            <a:off x="457200" y="533520"/>
            <a:ext cx="10285920" cy="52088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N" sz="2800" spc="-1" strike="noStrike">
                <a:solidFill>
                  <a:srgbClr val="000000"/>
                </a:solidFill>
                <a:latin typeface="Calibri"/>
                <a:ea typeface="DejaVu Sans"/>
              </a:rPr>
              <a:t>Button:</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The Button widget is used to add buttons in a Python application. These buttons can display text or images that convey the purpose of the buttons. You can attach a function or a method to a button which is called automatically when you click the button.</a:t>
            </a:r>
            <a:endParaRPr b="0" lang="en-US" sz="2800" spc="-1" strike="noStrike">
              <a:latin typeface="Arial"/>
            </a:endParaRPr>
          </a:p>
          <a:p>
            <a:pPr>
              <a:lnSpc>
                <a:spcPct val="100000"/>
              </a:lnSpc>
            </a:pPr>
            <a:r>
              <a:rPr b="1" lang="en-IN" sz="2800" spc="-1" strike="noStrike">
                <a:solidFill>
                  <a:srgbClr val="000000"/>
                </a:solidFill>
                <a:latin typeface="Calibri"/>
                <a:ea typeface="DejaVu Sans"/>
              </a:rPr>
              <a:t>w = Button ( master, option=value, ... )</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Parameters</a:t>
            </a:r>
            <a:endParaRPr b="0" lang="en-US" sz="2800" spc="-1" strike="noStrike">
              <a:latin typeface="Arial"/>
            </a:endParaRPr>
          </a:p>
          <a:p>
            <a:pPr>
              <a:lnSpc>
                <a:spcPct val="100000"/>
              </a:lnSpc>
            </a:pPr>
            <a:r>
              <a:rPr b="1" lang="en-IN" sz="2800" spc="-1" strike="noStrike">
                <a:solidFill>
                  <a:srgbClr val="000000"/>
                </a:solidFill>
                <a:latin typeface="Calibri"/>
                <a:ea typeface="DejaVu Sans"/>
              </a:rPr>
              <a:t>master</a:t>
            </a:r>
            <a:r>
              <a:rPr b="0" lang="en-IN" sz="2800" spc="-1" strike="noStrike">
                <a:solidFill>
                  <a:srgbClr val="000000"/>
                </a:solidFill>
                <a:latin typeface="Calibri"/>
                <a:ea typeface="DejaVu Sans"/>
              </a:rPr>
              <a:t> − This represents the parent window.</a:t>
            </a:r>
            <a:endParaRPr b="0" lang="en-US" sz="2800" spc="-1" strike="noStrike">
              <a:latin typeface="Arial"/>
            </a:endParaRPr>
          </a:p>
          <a:p>
            <a:pPr>
              <a:lnSpc>
                <a:spcPct val="100000"/>
              </a:lnSpc>
            </a:pPr>
            <a:r>
              <a:rPr b="1" lang="en-IN" sz="2800" spc="-1" strike="noStrike">
                <a:solidFill>
                  <a:srgbClr val="000000"/>
                </a:solidFill>
                <a:latin typeface="Calibri"/>
                <a:ea typeface="DejaVu Sans"/>
              </a:rPr>
              <a:t>options</a:t>
            </a:r>
            <a:r>
              <a:rPr b="0" lang="en-IN" sz="2800" spc="-1" strike="noStrike">
                <a:solidFill>
                  <a:srgbClr val="000000"/>
                </a:solidFill>
                <a:latin typeface="Calibri"/>
                <a:ea typeface="DejaVu Sans"/>
              </a:rPr>
              <a:t> − Here is the list of most commonly used options for this widget. </a:t>
            </a:r>
            <a:endParaRPr b="0" lang="en-US" sz="2800" spc="-1" strike="noStrike">
              <a:latin typeface="Arial"/>
            </a:endParaRPr>
          </a:p>
          <a:p>
            <a:pPr>
              <a:lnSpc>
                <a:spcPct val="100000"/>
              </a:lnSpc>
            </a:pPr>
            <a:r>
              <a:rPr b="0" lang="en-IN" sz="2800" spc="-1" strike="noStrike">
                <a:solidFill>
                  <a:srgbClr val="000000"/>
                </a:solidFill>
                <a:latin typeface="Calibri"/>
                <a:ea typeface="DejaVu Sans"/>
              </a:rPr>
              <a:t>These options can be used as key-value pairs separated by commas.</a:t>
            </a:r>
            <a:endParaRPr b="0" lang="en-US" sz="2800" spc="-1" strike="noStrike">
              <a:latin typeface="Arial"/>
            </a:endParaRPr>
          </a:p>
          <a:p>
            <a:pPr>
              <a:lnSpc>
                <a:spcPct val="100000"/>
              </a:lnSpc>
            </a:pPr>
            <a:endParaRPr b="0" lang="en-US" sz="28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74" name="Table 1"/>
          <p:cNvGraphicFramePr/>
          <p:nvPr/>
        </p:nvGraphicFramePr>
        <p:xfrm>
          <a:off x="838080" y="838080"/>
          <a:ext cx="9676800" cy="4723560"/>
        </p:xfrm>
        <a:graphic>
          <a:graphicData uri="http://schemas.openxmlformats.org/drawingml/2006/table">
            <a:tbl>
              <a:tblPr/>
              <a:tblGrid>
                <a:gridCol w="722520"/>
                <a:gridCol w="8954640"/>
              </a:tblGrid>
              <a:tr h="944640">
                <a:tc>
                  <a:txBody>
                    <a:bodyPr lIns="75960" rIns="75960">
                      <a:noAutofit/>
                    </a:bodyPr>
                    <a:p>
                      <a:pPr algn="ctr">
                        <a:lnSpc>
                          <a:spcPct val="100000"/>
                        </a:lnSpc>
                      </a:pPr>
                      <a:r>
                        <a:rPr b="0" lang="en-IN" sz="1800" spc="-1" strike="noStrike">
                          <a:latin typeface="Calibri"/>
                        </a:rPr>
                        <a:t>Sr.No.</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solidFill>
                      <a:srgbClr val="eeeeee"/>
                    </a:solidFill>
                  </a:tcPr>
                </a:tc>
                <a:tc>
                  <a:txBody>
                    <a:bodyPr lIns="75960" rIns="75960">
                      <a:noAutofit/>
                    </a:bodyPr>
                    <a:p>
                      <a:pPr algn="ctr">
                        <a:lnSpc>
                          <a:spcPct val="100000"/>
                        </a:lnSpc>
                      </a:pPr>
                      <a:r>
                        <a:rPr b="0" lang="en-IN" sz="1800" spc="-1" strike="noStrike">
                          <a:latin typeface="Calibri"/>
                        </a:rPr>
                        <a:t>Option &amp; Description</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solidFill>
                      <a:srgbClr val="eeeeee"/>
                    </a:solidFill>
                  </a:tcPr>
                </a:tc>
              </a:tr>
              <a:tr h="944640">
                <a:tc>
                  <a:txBody>
                    <a:bodyPr lIns="75960" rIns="75960">
                      <a:noAutofit/>
                    </a:bodyPr>
                    <a:p>
                      <a:pPr>
                        <a:lnSpc>
                          <a:spcPct val="100000"/>
                        </a:lnSpc>
                      </a:pPr>
                      <a:r>
                        <a:rPr b="0" lang="en-IN" sz="1800" spc="-1" strike="noStrike">
                          <a:latin typeface="Calibri"/>
                        </a:rPr>
                        <a:t>1</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c>
                  <a:txBody>
                    <a:bodyPr lIns="75960" rIns="75960">
                      <a:noAutofit/>
                    </a:bodyPr>
                    <a:p>
                      <a:pPr algn="just">
                        <a:lnSpc>
                          <a:spcPct val="100000"/>
                        </a:lnSpc>
                      </a:pPr>
                      <a:r>
                        <a:rPr b="1" lang="en-IN" sz="1800" spc="-1" strike="noStrike">
                          <a:solidFill>
                            <a:srgbClr val="000000"/>
                          </a:solidFill>
                          <a:latin typeface="Arial"/>
                        </a:rPr>
                        <a:t>activebackground</a:t>
                      </a:r>
                      <a:endParaRPr b="0" lang="en-US" sz="1800" spc="-1" strike="noStrike">
                        <a:latin typeface="Arial"/>
                      </a:endParaRPr>
                    </a:p>
                    <a:p>
                      <a:pPr algn="just">
                        <a:lnSpc>
                          <a:spcPct val="100000"/>
                        </a:lnSpc>
                      </a:pPr>
                      <a:r>
                        <a:rPr b="0" lang="en-IN" sz="1800" spc="-1" strike="noStrike">
                          <a:solidFill>
                            <a:srgbClr val="000000"/>
                          </a:solidFill>
                          <a:latin typeface="Arial"/>
                        </a:rPr>
                        <a:t>Background color when the button is under the cursor.</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r>
              <a:tr h="944640">
                <a:tc>
                  <a:txBody>
                    <a:bodyPr lIns="75960" rIns="75960">
                      <a:noAutofit/>
                    </a:bodyPr>
                    <a:p>
                      <a:pPr>
                        <a:lnSpc>
                          <a:spcPct val="100000"/>
                        </a:lnSpc>
                      </a:pPr>
                      <a:r>
                        <a:rPr b="0" lang="en-IN" sz="1800" spc="-1" strike="noStrike">
                          <a:latin typeface="Calibri"/>
                        </a:rPr>
                        <a:t>2</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c>
                  <a:txBody>
                    <a:bodyPr lIns="75960" rIns="75960">
                      <a:noAutofit/>
                    </a:bodyPr>
                    <a:p>
                      <a:pPr algn="just">
                        <a:lnSpc>
                          <a:spcPct val="100000"/>
                        </a:lnSpc>
                      </a:pPr>
                      <a:r>
                        <a:rPr b="1" lang="en-IN" sz="1800" spc="-1" strike="noStrike">
                          <a:solidFill>
                            <a:srgbClr val="000000"/>
                          </a:solidFill>
                          <a:latin typeface="Arial"/>
                        </a:rPr>
                        <a:t>activeforeground</a:t>
                      </a:r>
                      <a:endParaRPr b="0" lang="en-US" sz="1800" spc="-1" strike="noStrike">
                        <a:latin typeface="Arial"/>
                      </a:endParaRPr>
                    </a:p>
                    <a:p>
                      <a:pPr algn="just">
                        <a:lnSpc>
                          <a:spcPct val="100000"/>
                        </a:lnSpc>
                      </a:pPr>
                      <a:r>
                        <a:rPr b="0" lang="en-IN" sz="1800" spc="-1" strike="noStrike">
                          <a:solidFill>
                            <a:srgbClr val="000000"/>
                          </a:solidFill>
                          <a:latin typeface="Arial"/>
                        </a:rPr>
                        <a:t>Foreground color when the button is under the cursor.</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r>
              <a:tr h="944640">
                <a:tc>
                  <a:txBody>
                    <a:bodyPr lIns="75960" rIns="75960">
                      <a:noAutofit/>
                    </a:bodyPr>
                    <a:p>
                      <a:pPr>
                        <a:lnSpc>
                          <a:spcPct val="100000"/>
                        </a:lnSpc>
                      </a:pPr>
                      <a:r>
                        <a:rPr b="0" lang="en-IN" sz="1800" spc="-1" strike="noStrike">
                          <a:latin typeface="Calibri"/>
                        </a:rPr>
                        <a:t>3</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c>
                  <a:txBody>
                    <a:bodyPr lIns="75960" rIns="75960">
                      <a:noAutofit/>
                    </a:bodyPr>
                    <a:p>
                      <a:pPr algn="just">
                        <a:lnSpc>
                          <a:spcPct val="100000"/>
                        </a:lnSpc>
                      </a:pPr>
                      <a:r>
                        <a:rPr b="1" lang="de-DE" sz="1800" spc="-1" strike="noStrike">
                          <a:solidFill>
                            <a:srgbClr val="000000"/>
                          </a:solidFill>
                          <a:latin typeface="Arial"/>
                        </a:rPr>
                        <a:t>bd</a:t>
                      </a:r>
                      <a:endParaRPr b="0" lang="en-US" sz="1800" spc="-1" strike="noStrike">
                        <a:latin typeface="Arial"/>
                      </a:endParaRPr>
                    </a:p>
                    <a:p>
                      <a:pPr algn="just">
                        <a:lnSpc>
                          <a:spcPct val="100000"/>
                        </a:lnSpc>
                      </a:pPr>
                      <a:r>
                        <a:rPr b="0" lang="de-DE" sz="1800" spc="-1" strike="noStrike">
                          <a:solidFill>
                            <a:srgbClr val="000000"/>
                          </a:solidFill>
                          <a:latin typeface="Arial"/>
                        </a:rPr>
                        <a:t>Border width in pixels. Default is 2.</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r>
              <a:tr h="945360">
                <a:tc>
                  <a:txBody>
                    <a:bodyPr lIns="75960" rIns="75960">
                      <a:noAutofit/>
                    </a:bodyPr>
                    <a:p>
                      <a:pPr>
                        <a:lnSpc>
                          <a:spcPct val="100000"/>
                        </a:lnSpc>
                      </a:pPr>
                      <a:r>
                        <a:rPr b="0" lang="en-IN" sz="1800" spc="-1" strike="noStrike">
                          <a:latin typeface="Calibri"/>
                        </a:rPr>
                        <a:t>4</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c>
                  <a:txBody>
                    <a:bodyPr lIns="75960" rIns="75960">
                      <a:noAutofit/>
                    </a:bodyPr>
                    <a:p>
                      <a:pPr algn="just">
                        <a:lnSpc>
                          <a:spcPct val="100000"/>
                        </a:lnSpc>
                      </a:pPr>
                      <a:r>
                        <a:rPr b="1" lang="en-IN" sz="1800" spc="-1" strike="noStrike">
                          <a:solidFill>
                            <a:srgbClr val="000000"/>
                          </a:solidFill>
                          <a:latin typeface="Arial"/>
                        </a:rPr>
                        <a:t>bg</a:t>
                      </a:r>
                      <a:endParaRPr b="0" lang="en-US" sz="1800" spc="-1" strike="noStrike">
                        <a:latin typeface="Arial"/>
                      </a:endParaRPr>
                    </a:p>
                    <a:p>
                      <a:pPr algn="just">
                        <a:lnSpc>
                          <a:spcPct val="100000"/>
                        </a:lnSpc>
                      </a:pPr>
                      <a:r>
                        <a:rPr b="0" lang="en-IN" sz="1800" spc="-1" strike="noStrike">
                          <a:solidFill>
                            <a:srgbClr val="000000"/>
                          </a:solidFill>
                          <a:latin typeface="Arial"/>
                        </a:rPr>
                        <a:t>Normal background color.</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r>
            </a:tbl>
          </a:graphicData>
        </a:graphic>
      </p:graphicFrame>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75" name="Table 1"/>
          <p:cNvGraphicFramePr/>
          <p:nvPr/>
        </p:nvGraphicFramePr>
        <p:xfrm>
          <a:off x="1523880" y="990720"/>
          <a:ext cx="8364600" cy="5418000"/>
        </p:xfrm>
        <a:graphic>
          <a:graphicData uri="http://schemas.openxmlformats.org/drawingml/2006/table">
            <a:tbl>
              <a:tblPr/>
              <a:tblGrid>
                <a:gridCol w="761760"/>
                <a:gridCol w="7603200"/>
              </a:tblGrid>
              <a:tr h="1188000">
                <a:tc>
                  <a:txBody>
                    <a:bodyPr lIns="72360" rIns="72360">
                      <a:noAutofit/>
                    </a:bodyPr>
                    <a:p>
                      <a:pPr>
                        <a:lnSpc>
                          <a:spcPct val="100000"/>
                        </a:lnSpc>
                      </a:pPr>
                      <a:r>
                        <a:rPr b="0" lang="en-IN" sz="1700" spc="-1" strike="noStrike">
                          <a:latin typeface="Calibri"/>
                        </a:rPr>
                        <a:t>5</a:t>
                      </a:r>
                      <a:endParaRPr b="0" lang="en-US" sz="1700" spc="-1" strike="noStrike">
                        <a:latin typeface="Arial"/>
                      </a:endParaRPr>
                    </a:p>
                  </a:txBody>
                  <a:tcPr marL="72360" marR="72360">
                    <a:lnL w="9360">
                      <a:solidFill>
                        <a:srgbClr val="dddddd"/>
                      </a:solidFill>
                    </a:lnL>
                    <a:lnR w="9360">
                      <a:solidFill>
                        <a:srgbClr val="dddddd"/>
                      </a:solidFill>
                    </a:lnR>
                    <a:lnT w="9360">
                      <a:solidFill>
                        <a:srgbClr val="dddddd"/>
                      </a:solidFill>
                    </a:lnT>
                    <a:lnB w="9360">
                      <a:solidFill>
                        <a:srgbClr val="dddddd"/>
                      </a:solidFill>
                    </a:lnB>
                    <a:noFill/>
                  </a:tcPr>
                </a:tc>
                <a:tc>
                  <a:txBody>
                    <a:bodyPr lIns="72360" rIns="72360">
                      <a:noAutofit/>
                    </a:bodyPr>
                    <a:p>
                      <a:pPr algn="just">
                        <a:lnSpc>
                          <a:spcPct val="100000"/>
                        </a:lnSpc>
                      </a:pPr>
                      <a:r>
                        <a:rPr b="1" lang="en-IN" sz="2000" spc="-1" strike="noStrike">
                          <a:solidFill>
                            <a:srgbClr val="000000"/>
                          </a:solidFill>
                          <a:latin typeface="Arial"/>
                        </a:rPr>
                        <a:t>command</a:t>
                      </a:r>
                      <a:endParaRPr b="0" lang="en-US" sz="2000" spc="-1" strike="noStrike">
                        <a:latin typeface="Arial"/>
                      </a:endParaRPr>
                    </a:p>
                    <a:p>
                      <a:pPr algn="just">
                        <a:lnSpc>
                          <a:spcPct val="100000"/>
                        </a:lnSpc>
                      </a:pPr>
                      <a:r>
                        <a:rPr b="0" lang="en-IN" sz="2000" spc="-1" strike="noStrike">
                          <a:solidFill>
                            <a:srgbClr val="000000"/>
                          </a:solidFill>
                          <a:latin typeface="Arial"/>
                        </a:rPr>
                        <a:t>Function or method to be called when the button is clicked.</a:t>
                      </a:r>
                      <a:endParaRPr b="0" lang="en-US" sz="2000" spc="-1" strike="noStrike">
                        <a:latin typeface="Arial"/>
                      </a:endParaRPr>
                    </a:p>
                  </a:txBody>
                  <a:tcPr marL="72360" marR="72360">
                    <a:lnL w="9360">
                      <a:solidFill>
                        <a:srgbClr val="dddddd"/>
                      </a:solidFill>
                    </a:lnL>
                    <a:lnR w="9360">
                      <a:solidFill>
                        <a:srgbClr val="dddddd"/>
                      </a:solidFill>
                    </a:lnR>
                    <a:lnT w="9360">
                      <a:solidFill>
                        <a:srgbClr val="dddddd"/>
                      </a:solidFill>
                    </a:lnT>
                    <a:lnB w="9360">
                      <a:solidFill>
                        <a:srgbClr val="dddddd"/>
                      </a:solidFill>
                    </a:lnB>
                    <a:noFill/>
                  </a:tcPr>
                </a:tc>
              </a:tr>
              <a:tr h="927000">
                <a:tc>
                  <a:txBody>
                    <a:bodyPr lIns="72360" rIns="72360">
                      <a:noAutofit/>
                    </a:bodyPr>
                    <a:p>
                      <a:pPr>
                        <a:lnSpc>
                          <a:spcPct val="100000"/>
                        </a:lnSpc>
                      </a:pPr>
                      <a:r>
                        <a:rPr b="0" lang="en-IN" sz="1700" spc="-1" strike="noStrike">
                          <a:latin typeface="Calibri"/>
                        </a:rPr>
                        <a:t>6</a:t>
                      </a:r>
                      <a:endParaRPr b="0" lang="en-US" sz="1700" spc="-1" strike="noStrike">
                        <a:latin typeface="Arial"/>
                      </a:endParaRPr>
                    </a:p>
                  </a:txBody>
                  <a:tcPr marL="72360" marR="72360">
                    <a:lnL w="9360">
                      <a:solidFill>
                        <a:srgbClr val="dddddd"/>
                      </a:solidFill>
                    </a:lnL>
                    <a:lnR w="9360">
                      <a:solidFill>
                        <a:srgbClr val="dddddd"/>
                      </a:solidFill>
                    </a:lnR>
                    <a:lnT w="9360">
                      <a:solidFill>
                        <a:srgbClr val="dddddd"/>
                      </a:solidFill>
                    </a:lnT>
                    <a:lnB w="9360">
                      <a:solidFill>
                        <a:srgbClr val="dddddd"/>
                      </a:solidFill>
                    </a:lnB>
                    <a:noFill/>
                  </a:tcPr>
                </a:tc>
                <a:tc>
                  <a:txBody>
                    <a:bodyPr lIns="72360" rIns="72360">
                      <a:noAutofit/>
                    </a:bodyPr>
                    <a:p>
                      <a:pPr algn="just">
                        <a:lnSpc>
                          <a:spcPct val="100000"/>
                        </a:lnSpc>
                      </a:pPr>
                      <a:r>
                        <a:rPr b="1" lang="en-IN" sz="2000" spc="-1" strike="noStrike">
                          <a:solidFill>
                            <a:srgbClr val="000000"/>
                          </a:solidFill>
                          <a:latin typeface="Arial"/>
                        </a:rPr>
                        <a:t>fg</a:t>
                      </a:r>
                      <a:endParaRPr b="0" lang="en-US" sz="2000" spc="-1" strike="noStrike">
                        <a:latin typeface="Arial"/>
                      </a:endParaRPr>
                    </a:p>
                    <a:p>
                      <a:pPr algn="just">
                        <a:lnSpc>
                          <a:spcPct val="100000"/>
                        </a:lnSpc>
                      </a:pPr>
                      <a:r>
                        <a:rPr b="0" lang="en-IN" sz="2000" spc="-1" strike="noStrike">
                          <a:solidFill>
                            <a:srgbClr val="000000"/>
                          </a:solidFill>
                          <a:latin typeface="Arial"/>
                        </a:rPr>
                        <a:t>Normal foreground (text) color.</a:t>
                      </a:r>
                      <a:endParaRPr b="0" lang="en-US" sz="2000" spc="-1" strike="noStrike">
                        <a:latin typeface="Arial"/>
                      </a:endParaRPr>
                    </a:p>
                  </a:txBody>
                  <a:tcPr marL="72360" marR="72360">
                    <a:lnL w="9360">
                      <a:solidFill>
                        <a:srgbClr val="dddddd"/>
                      </a:solidFill>
                    </a:lnL>
                    <a:lnR w="9360">
                      <a:solidFill>
                        <a:srgbClr val="dddddd"/>
                      </a:solidFill>
                    </a:lnR>
                    <a:lnT w="9360">
                      <a:solidFill>
                        <a:srgbClr val="dddddd"/>
                      </a:solidFill>
                    </a:lnT>
                    <a:lnB w="9360">
                      <a:solidFill>
                        <a:srgbClr val="dddddd"/>
                      </a:solidFill>
                    </a:lnB>
                    <a:noFill/>
                  </a:tcPr>
                </a:tc>
              </a:tr>
              <a:tr h="927000">
                <a:tc>
                  <a:txBody>
                    <a:bodyPr lIns="72360" rIns="72360">
                      <a:noAutofit/>
                    </a:bodyPr>
                    <a:p>
                      <a:pPr>
                        <a:lnSpc>
                          <a:spcPct val="100000"/>
                        </a:lnSpc>
                      </a:pPr>
                      <a:r>
                        <a:rPr b="0" lang="en-IN" sz="1700" spc="-1" strike="noStrike">
                          <a:latin typeface="Calibri"/>
                        </a:rPr>
                        <a:t>7</a:t>
                      </a:r>
                      <a:endParaRPr b="0" lang="en-US" sz="1700" spc="-1" strike="noStrike">
                        <a:latin typeface="Arial"/>
                      </a:endParaRPr>
                    </a:p>
                  </a:txBody>
                  <a:tcPr marL="72360" marR="72360">
                    <a:lnL w="9360">
                      <a:solidFill>
                        <a:srgbClr val="dddddd"/>
                      </a:solidFill>
                    </a:lnL>
                    <a:lnR w="9360">
                      <a:solidFill>
                        <a:srgbClr val="dddddd"/>
                      </a:solidFill>
                    </a:lnR>
                    <a:lnT w="9360">
                      <a:solidFill>
                        <a:srgbClr val="dddddd"/>
                      </a:solidFill>
                    </a:lnT>
                    <a:lnB w="9360">
                      <a:solidFill>
                        <a:srgbClr val="dddddd"/>
                      </a:solidFill>
                    </a:lnB>
                    <a:noFill/>
                  </a:tcPr>
                </a:tc>
                <a:tc>
                  <a:txBody>
                    <a:bodyPr lIns="72360" rIns="72360">
                      <a:noAutofit/>
                    </a:bodyPr>
                    <a:p>
                      <a:pPr algn="just">
                        <a:lnSpc>
                          <a:spcPct val="100000"/>
                        </a:lnSpc>
                      </a:pPr>
                      <a:r>
                        <a:rPr b="1" lang="en-IN" sz="2000" spc="-1" strike="noStrike">
                          <a:solidFill>
                            <a:srgbClr val="000000"/>
                          </a:solidFill>
                          <a:latin typeface="Arial"/>
                        </a:rPr>
                        <a:t>font</a:t>
                      </a:r>
                      <a:endParaRPr b="0" lang="en-US" sz="2000" spc="-1" strike="noStrike">
                        <a:latin typeface="Arial"/>
                      </a:endParaRPr>
                    </a:p>
                    <a:p>
                      <a:pPr algn="just">
                        <a:lnSpc>
                          <a:spcPct val="100000"/>
                        </a:lnSpc>
                      </a:pPr>
                      <a:r>
                        <a:rPr b="0" lang="en-IN" sz="2000" spc="-1" strike="noStrike">
                          <a:solidFill>
                            <a:srgbClr val="000000"/>
                          </a:solidFill>
                          <a:latin typeface="Arial"/>
                        </a:rPr>
                        <a:t>Text font to be used for the button's label.</a:t>
                      </a:r>
                      <a:endParaRPr b="0" lang="en-US" sz="2000" spc="-1" strike="noStrike">
                        <a:latin typeface="Arial"/>
                      </a:endParaRPr>
                    </a:p>
                  </a:txBody>
                  <a:tcPr marL="72360" marR="72360">
                    <a:lnL w="9360">
                      <a:solidFill>
                        <a:srgbClr val="dddddd"/>
                      </a:solidFill>
                    </a:lnL>
                    <a:lnR w="9360">
                      <a:solidFill>
                        <a:srgbClr val="dddddd"/>
                      </a:solidFill>
                    </a:lnR>
                    <a:lnT w="9360">
                      <a:solidFill>
                        <a:srgbClr val="dddddd"/>
                      </a:solidFill>
                    </a:lnT>
                    <a:lnB w="9360">
                      <a:solidFill>
                        <a:srgbClr val="dddddd"/>
                      </a:solidFill>
                    </a:lnB>
                    <a:noFill/>
                  </a:tcPr>
                </a:tc>
              </a:tr>
              <a:tr h="1188000">
                <a:tc>
                  <a:txBody>
                    <a:bodyPr lIns="72360" rIns="72360">
                      <a:noAutofit/>
                    </a:bodyPr>
                    <a:p>
                      <a:pPr>
                        <a:lnSpc>
                          <a:spcPct val="100000"/>
                        </a:lnSpc>
                      </a:pPr>
                      <a:r>
                        <a:rPr b="0" lang="en-IN" sz="1700" spc="-1" strike="noStrike">
                          <a:latin typeface="Calibri"/>
                        </a:rPr>
                        <a:t>8</a:t>
                      </a:r>
                      <a:endParaRPr b="0" lang="en-US" sz="1700" spc="-1" strike="noStrike">
                        <a:latin typeface="Arial"/>
                      </a:endParaRPr>
                    </a:p>
                  </a:txBody>
                  <a:tcPr marL="72360" marR="72360">
                    <a:lnL w="9360">
                      <a:solidFill>
                        <a:srgbClr val="dddddd"/>
                      </a:solidFill>
                    </a:lnL>
                    <a:lnR w="9360">
                      <a:solidFill>
                        <a:srgbClr val="dddddd"/>
                      </a:solidFill>
                    </a:lnR>
                    <a:lnT w="9360">
                      <a:solidFill>
                        <a:srgbClr val="dddddd"/>
                      </a:solidFill>
                    </a:lnT>
                    <a:lnB w="9360">
                      <a:solidFill>
                        <a:srgbClr val="dddddd"/>
                      </a:solidFill>
                    </a:lnB>
                    <a:noFill/>
                  </a:tcPr>
                </a:tc>
                <a:tc>
                  <a:txBody>
                    <a:bodyPr lIns="72360" rIns="72360">
                      <a:noAutofit/>
                    </a:bodyPr>
                    <a:p>
                      <a:pPr algn="just">
                        <a:lnSpc>
                          <a:spcPct val="100000"/>
                        </a:lnSpc>
                      </a:pPr>
                      <a:r>
                        <a:rPr b="1" lang="en-IN" sz="2000" spc="-1" strike="noStrike">
                          <a:solidFill>
                            <a:srgbClr val="000000"/>
                          </a:solidFill>
                          <a:latin typeface="Arial"/>
                        </a:rPr>
                        <a:t>height</a:t>
                      </a:r>
                      <a:endParaRPr b="0" lang="en-US" sz="2000" spc="-1" strike="noStrike">
                        <a:latin typeface="Arial"/>
                      </a:endParaRPr>
                    </a:p>
                    <a:p>
                      <a:pPr algn="just">
                        <a:lnSpc>
                          <a:spcPct val="100000"/>
                        </a:lnSpc>
                      </a:pPr>
                      <a:r>
                        <a:rPr b="0" lang="en-IN" sz="2000" spc="-1" strike="noStrike">
                          <a:solidFill>
                            <a:srgbClr val="000000"/>
                          </a:solidFill>
                          <a:latin typeface="Arial"/>
                        </a:rPr>
                        <a:t>Height of the button in text lines (for textual buttons) or pixels (for images).</a:t>
                      </a:r>
                      <a:endParaRPr b="0" lang="en-US" sz="2000" spc="-1" strike="noStrike">
                        <a:latin typeface="Arial"/>
                      </a:endParaRPr>
                    </a:p>
                  </a:txBody>
                  <a:tcPr marL="72360" marR="72360">
                    <a:lnL w="9360">
                      <a:solidFill>
                        <a:srgbClr val="dddddd"/>
                      </a:solidFill>
                    </a:lnL>
                    <a:lnR w="9360">
                      <a:solidFill>
                        <a:srgbClr val="dddddd"/>
                      </a:solidFill>
                    </a:lnR>
                    <a:lnT w="9360">
                      <a:solidFill>
                        <a:srgbClr val="dddddd"/>
                      </a:solidFill>
                    </a:lnT>
                    <a:lnB w="9360">
                      <a:solidFill>
                        <a:srgbClr val="dddddd"/>
                      </a:solidFill>
                    </a:lnB>
                    <a:noFill/>
                  </a:tcPr>
                </a:tc>
              </a:tr>
              <a:tr h="1188360">
                <a:tc>
                  <a:txBody>
                    <a:bodyPr lIns="72360" rIns="72360">
                      <a:noAutofit/>
                    </a:bodyPr>
                    <a:p>
                      <a:pPr>
                        <a:lnSpc>
                          <a:spcPct val="100000"/>
                        </a:lnSpc>
                      </a:pPr>
                      <a:r>
                        <a:rPr b="0" lang="en-IN" sz="1700" spc="-1" strike="noStrike">
                          <a:latin typeface="Calibri"/>
                        </a:rPr>
                        <a:t>9</a:t>
                      </a:r>
                      <a:endParaRPr b="0" lang="en-US" sz="1700" spc="-1" strike="noStrike">
                        <a:latin typeface="Arial"/>
                      </a:endParaRPr>
                    </a:p>
                  </a:txBody>
                  <a:tcPr marL="72360" marR="72360">
                    <a:lnL w="9360">
                      <a:solidFill>
                        <a:srgbClr val="dddddd"/>
                      </a:solidFill>
                    </a:lnL>
                    <a:lnR w="9360">
                      <a:solidFill>
                        <a:srgbClr val="dddddd"/>
                      </a:solidFill>
                    </a:lnR>
                    <a:lnT w="9360">
                      <a:solidFill>
                        <a:srgbClr val="dddddd"/>
                      </a:solidFill>
                    </a:lnT>
                    <a:lnB w="9360">
                      <a:solidFill>
                        <a:srgbClr val="dddddd"/>
                      </a:solidFill>
                    </a:lnB>
                    <a:noFill/>
                  </a:tcPr>
                </a:tc>
                <a:tc>
                  <a:txBody>
                    <a:bodyPr lIns="72360" rIns="72360">
                      <a:noAutofit/>
                    </a:bodyPr>
                    <a:p>
                      <a:pPr algn="just">
                        <a:lnSpc>
                          <a:spcPct val="100000"/>
                        </a:lnSpc>
                      </a:pPr>
                      <a:r>
                        <a:rPr b="1" lang="en-IN" sz="2000" spc="-1" strike="noStrike">
                          <a:solidFill>
                            <a:srgbClr val="000000"/>
                          </a:solidFill>
                          <a:latin typeface="Arial"/>
                        </a:rPr>
                        <a:t>highlightcolor</a:t>
                      </a:r>
                      <a:endParaRPr b="0" lang="en-US" sz="2000" spc="-1" strike="noStrike">
                        <a:latin typeface="Arial"/>
                      </a:endParaRPr>
                    </a:p>
                    <a:p>
                      <a:pPr algn="just">
                        <a:lnSpc>
                          <a:spcPct val="100000"/>
                        </a:lnSpc>
                      </a:pPr>
                      <a:r>
                        <a:rPr b="0" lang="en-IN" sz="2000" spc="-1" strike="noStrike">
                          <a:solidFill>
                            <a:srgbClr val="000000"/>
                          </a:solidFill>
                          <a:latin typeface="Arial"/>
                        </a:rPr>
                        <a:t>The color of the focus highlight when the widget has focus.</a:t>
                      </a:r>
                      <a:endParaRPr b="0" lang="en-US" sz="2000" spc="-1" strike="noStrike">
                        <a:latin typeface="Arial"/>
                      </a:endParaRPr>
                    </a:p>
                  </a:txBody>
                  <a:tcPr marL="72360" marR="72360">
                    <a:lnL w="9360">
                      <a:solidFill>
                        <a:srgbClr val="dddddd"/>
                      </a:solidFill>
                    </a:lnL>
                    <a:lnR w="9360">
                      <a:solidFill>
                        <a:srgbClr val="dddddd"/>
                      </a:solidFill>
                    </a:lnR>
                    <a:lnT w="9360">
                      <a:solidFill>
                        <a:srgbClr val="dddddd"/>
                      </a:solidFill>
                    </a:lnT>
                    <a:lnB w="9360">
                      <a:solidFill>
                        <a:srgbClr val="dddddd"/>
                      </a:solidFill>
                    </a:lnB>
                    <a:noFill/>
                  </a:tcPr>
                </a:tc>
              </a:tr>
            </a:tbl>
          </a:graphicData>
        </a:graphic>
      </p:graphicFrame>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76" name="Table 1"/>
          <p:cNvGraphicFramePr/>
          <p:nvPr/>
        </p:nvGraphicFramePr>
        <p:xfrm>
          <a:off x="838080" y="929520"/>
          <a:ext cx="8762400" cy="0"/>
        </p:xfrm>
        <a:graphic>
          <a:graphicData uri="http://schemas.openxmlformats.org/drawingml/2006/table">
            <a:tbl>
              <a:tblPr/>
              <a:tblGrid>
                <a:gridCol w="1210320"/>
                <a:gridCol w="7552440"/>
              </a:tblGrid>
              <a:tr h="0">
                <a:tc>
                  <a:txBody>
                    <a:bodyPr lIns="75960" rIns="75960">
                      <a:noAutofit/>
                    </a:bodyPr>
                    <a:p>
                      <a:pPr>
                        <a:lnSpc>
                          <a:spcPct val="100000"/>
                        </a:lnSpc>
                      </a:pPr>
                      <a:r>
                        <a:rPr b="0" lang="en-IN" sz="1800" spc="-1" strike="noStrike">
                          <a:latin typeface="Calibri"/>
                        </a:rPr>
                        <a:t>10</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c>
                  <a:txBody>
                    <a:bodyPr lIns="75960" rIns="75960">
                      <a:noAutofit/>
                    </a:bodyPr>
                    <a:p>
                      <a:pPr algn="just">
                        <a:lnSpc>
                          <a:spcPct val="100000"/>
                        </a:lnSpc>
                      </a:pPr>
                      <a:r>
                        <a:rPr b="1" lang="en-IN" sz="1800" spc="-1" strike="noStrike">
                          <a:solidFill>
                            <a:srgbClr val="000000"/>
                          </a:solidFill>
                          <a:latin typeface="Arial"/>
                        </a:rPr>
                        <a:t>image</a:t>
                      </a:r>
                      <a:endParaRPr b="0" lang="en-US" sz="1800" spc="-1" strike="noStrike">
                        <a:latin typeface="Arial"/>
                      </a:endParaRPr>
                    </a:p>
                    <a:p>
                      <a:pPr algn="just">
                        <a:lnSpc>
                          <a:spcPct val="100000"/>
                        </a:lnSpc>
                      </a:pPr>
                      <a:r>
                        <a:rPr b="0" lang="en-IN" sz="1800" spc="-1" strike="noStrike">
                          <a:solidFill>
                            <a:srgbClr val="000000"/>
                          </a:solidFill>
                          <a:latin typeface="Arial"/>
                        </a:rPr>
                        <a:t>Image to be displayed on the button (instead of text).</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r>
              <a:tr h="0">
                <a:tc>
                  <a:txBody>
                    <a:bodyPr lIns="75960" rIns="75960">
                      <a:noAutofit/>
                    </a:bodyPr>
                    <a:p>
                      <a:pPr>
                        <a:lnSpc>
                          <a:spcPct val="100000"/>
                        </a:lnSpc>
                      </a:pPr>
                      <a:r>
                        <a:rPr b="0" lang="en-IN" sz="1800" spc="-1" strike="noStrike">
                          <a:latin typeface="Calibri"/>
                        </a:rPr>
                        <a:t>11</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c>
                  <a:txBody>
                    <a:bodyPr lIns="75960" rIns="75960">
                      <a:noAutofit/>
                    </a:bodyPr>
                    <a:p>
                      <a:pPr algn="just">
                        <a:lnSpc>
                          <a:spcPct val="100000"/>
                        </a:lnSpc>
                      </a:pPr>
                      <a:r>
                        <a:rPr b="1" lang="en-IN" sz="1800" spc="-1" strike="noStrike">
                          <a:solidFill>
                            <a:srgbClr val="000000"/>
                          </a:solidFill>
                          <a:latin typeface="Arial"/>
                        </a:rPr>
                        <a:t>justify</a:t>
                      </a:r>
                      <a:endParaRPr b="0" lang="en-US" sz="1800" spc="-1" strike="noStrike">
                        <a:latin typeface="Arial"/>
                      </a:endParaRPr>
                    </a:p>
                    <a:p>
                      <a:pPr algn="just">
                        <a:lnSpc>
                          <a:spcPct val="100000"/>
                        </a:lnSpc>
                      </a:pPr>
                      <a:r>
                        <a:rPr b="0" lang="en-IN" sz="1800" spc="-1" strike="noStrike">
                          <a:solidFill>
                            <a:srgbClr val="000000"/>
                          </a:solidFill>
                          <a:latin typeface="Arial"/>
                        </a:rPr>
                        <a:t>How to show multiple text lines: LEFT to left-justify each line; CENTER to center them; or RIGHT to right-justify.</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r>
              <a:tr h="0">
                <a:tc>
                  <a:txBody>
                    <a:bodyPr lIns="75960" rIns="75960">
                      <a:noAutofit/>
                    </a:bodyPr>
                    <a:p>
                      <a:pPr>
                        <a:lnSpc>
                          <a:spcPct val="100000"/>
                        </a:lnSpc>
                      </a:pPr>
                      <a:r>
                        <a:rPr b="0" lang="en-IN" sz="1800" spc="-1" strike="noStrike">
                          <a:latin typeface="Calibri"/>
                        </a:rPr>
                        <a:t>12</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c>
                  <a:txBody>
                    <a:bodyPr lIns="75960" rIns="75960">
                      <a:noAutofit/>
                    </a:bodyPr>
                    <a:p>
                      <a:pPr algn="just">
                        <a:lnSpc>
                          <a:spcPct val="100000"/>
                        </a:lnSpc>
                      </a:pPr>
                      <a:r>
                        <a:rPr b="1" lang="en-IN" sz="1800" spc="-1" strike="noStrike">
                          <a:solidFill>
                            <a:srgbClr val="000000"/>
                          </a:solidFill>
                          <a:latin typeface="Arial"/>
                        </a:rPr>
                        <a:t>padx</a:t>
                      </a:r>
                      <a:endParaRPr b="0" lang="en-US" sz="1800" spc="-1" strike="noStrike">
                        <a:latin typeface="Arial"/>
                      </a:endParaRPr>
                    </a:p>
                    <a:p>
                      <a:pPr algn="just">
                        <a:lnSpc>
                          <a:spcPct val="100000"/>
                        </a:lnSpc>
                      </a:pPr>
                      <a:r>
                        <a:rPr b="0" lang="en-IN" sz="1800" spc="-1" strike="noStrike">
                          <a:solidFill>
                            <a:srgbClr val="000000"/>
                          </a:solidFill>
                          <a:latin typeface="Arial"/>
                        </a:rPr>
                        <a:t>Additional padding left and right of the text.</a:t>
                      </a:r>
                      <a:endParaRPr b="0" lang="en-US" sz="1800" spc="-1" strike="noStrike">
                        <a:latin typeface="Arial"/>
                      </a:endParaRPr>
                    </a:p>
                  </a:txBody>
                  <a:tcPr marL="75960" marR="75960">
                    <a:lnL w="9360">
                      <a:solidFill>
                        <a:srgbClr val="dddddd"/>
                      </a:solidFill>
                    </a:lnL>
                    <a:lnR w="9360">
                      <a:solidFill>
                        <a:srgbClr val="dddddd"/>
                      </a:solidFill>
                    </a:lnR>
                    <a:lnT w="9360">
                      <a:solidFill>
                        <a:srgbClr val="dddddd"/>
                      </a:solidFill>
                    </a:lnT>
                    <a:lnB w="9360">
                      <a:solidFill>
                        <a:srgbClr val="dddddd"/>
                      </a:solidFill>
                    </a:lnB>
                    <a:noFill/>
                  </a:tcPr>
                </a:tc>
              </a:tr>
            </a:tbl>
          </a:graphicData>
        </a:graphic>
      </p:graphicFrame>
      <p:graphicFrame>
        <p:nvGraphicFramePr>
          <p:cNvPr id="377" name="Table 2"/>
          <p:cNvGraphicFramePr/>
          <p:nvPr/>
        </p:nvGraphicFramePr>
        <p:xfrm>
          <a:off x="838080" y="3429000"/>
          <a:ext cx="8762400" cy="1422720"/>
        </p:xfrm>
        <a:graphic>
          <a:graphicData uri="http://schemas.openxmlformats.org/drawingml/2006/table">
            <a:tbl>
              <a:tblPr/>
              <a:tblGrid>
                <a:gridCol w="1218960"/>
                <a:gridCol w="7543800"/>
              </a:tblGrid>
              <a:tr h="583560">
                <a:tc>
                  <a:txBody>
                    <a:bodyPr lIns="35640" rIns="35640">
                      <a:noAutofit/>
                    </a:bodyPr>
                    <a:p>
                      <a:pPr>
                        <a:lnSpc>
                          <a:spcPct val="100000"/>
                        </a:lnSpc>
                      </a:pPr>
                      <a:r>
                        <a:rPr b="0" lang="en-IN" sz="1800" spc="-1" strike="noStrike">
                          <a:latin typeface="Calibri"/>
                        </a:rPr>
                        <a:t>13</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c>
                  <a:txBody>
                    <a:bodyPr lIns="35640" rIns="35640">
                      <a:noAutofit/>
                    </a:bodyPr>
                    <a:p>
                      <a:pPr algn="just">
                        <a:lnSpc>
                          <a:spcPct val="100000"/>
                        </a:lnSpc>
                      </a:pPr>
                      <a:r>
                        <a:rPr b="1" lang="en-IN" sz="1800" spc="-1" strike="noStrike">
                          <a:solidFill>
                            <a:srgbClr val="000000"/>
                          </a:solidFill>
                          <a:latin typeface="Arial"/>
                        </a:rPr>
                        <a:t>pady</a:t>
                      </a:r>
                      <a:endParaRPr b="0" lang="en-US" sz="1800" spc="-1" strike="noStrike">
                        <a:latin typeface="Arial"/>
                      </a:endParaRPr>
                    </a:p>
                    <a:p>
                      <a:pPr algn="just">
                        <a:lnSpc>
                          <a:spcPct val="100000"/>
                        </a:lnSpc>
                      </a:pPr>
                      <a:r>
                        <a:rPr b="0" lang="en-IN" sz="1800" spc="-1" strike="noStrike">
                          <a:solidFill>
                            <a:srgbClr val="000000"/>
                          </a:solidFill>
                          <a:latin typeface="Arial"/>
                        </a:rPr>
                        <a:t>Additional padding above and below the text.</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r>
              <a:tr h="839520">
                <a:tc>
                  <a:txBody>
                    <a:bodyPr lIns="35640" rIns="35640">
                      <a:noAutofit/>
                    </a:bodyPr>
                    <a:p>
                      <a:pPr>
                        <a:lnSpc>
                          <a:spcPct val="100000"/>
                        </a:lnSpc>
                      </a:pPr>
                      <a:r>
                        <a:rPr b="0" lang="en-IN" sz="1800" spc="-1" strike="noStrike">
                          <a:latin typeface="Calibri"/>
                        </a:rPr>
                        <a:t>14</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c>
                  <a:txBody>
                    <a:bodyPr lIns="35640" rIns="35640">
                      <a:noAutofit/>
                    </a:bodyPr>
                    <a:p>
                      <a:pPr algn="just">
                        <a:lnSpc>
                          <a:spcPct val="100000"/>
                        </a:lnSpc>
                      </a:pPr>
                      <a:r>
                        <a:rPr b="1" lang="en-IN" sz="1800" spc="-1" strike="noStrike">
                          <a:solidFill>
                            <a:srgbClr val="000000"/>
                          </a:solidFill>
                          <a:latin typeface="Arial"/>
                        </a:rPr>
                        <a:t>relief</a:t>
                      </a:r>
                      <a:endParaRPr b="0" lang="en-US" sz="1800" spc="-1" strike="noStrike">
                        <a:latin typeface="Arial"/>
                      </a:endParaRPr>
                    </a:p>
                    <a:p>
                      <a:pPr algn="just">
                        <a:lnSpc>
                          <a:spcPct val="100000"/>
                        </a:lnSpc>
                      </a:pPr>
                      <a:r>
                        <a:rPr b="0" lang="en-IN" sz="1800" spc="-1" strike="noStrike">
                          <a:solidFill>
                            <a:srgbClr val="000000"/>
                          </a:solidFill>
                          <a:latin typeface="Arial"/>
                        </a:rPr>
                        <a:t>Relief specifies the type of the border. Some of the values are SUNKEN, RAISED, GROOVE, and RIDGE.</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r>
            </a:tbl>
          </a:graphicData>
        </a:graphic>
      </p:graphicFrame>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78" name="Table 1"/>
          <p:cNvGraphicFramePr/>
          <p:nvPr/>
        </p:nvGraphicFramePr>
        <p:xfrm>
          <a:off x="914400" y="719640"/>
          <a:ext cx="8762400" cy="3650040"/>
        </p:xfrm>
        <a:graphic>
          <a:graphicData uri="http://schemas.openxmlformats.org/drawingml/2006/table">
            <a:tbl>
              <a:tblPr/>
              <a:tblGrid>
                <a:gridCol w="758160"/>
                <a:gridCol w="8004600"/>
              </a:tblGrid>
              <a:tr h="985680">
                <a:tc>
                  <a:txBody>
                    <a:bodyPr lIns="35640" rIns="35640">
                      <a:noAutofit/>
                    </a:bodyPr>
                    <a:p>
                      <a:pPr>
                        <a:lnSpc>
                          <a:spcPct val="100000"/>
                        </a:lnSpc>
                      </a:pPr>
                      <a:r>
                        <a:rPr b="0" lang="en-IN" sz="1800" spc="-1" strike="noStrike">
                          <a:latin typeface="Calibri"/>
                        </a:rPr>
                        <a:t>15</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c>
                  <a:txBody>
                    <a:bodyPr lIns="35640" rIns="35640">
                      <a:noAutofit/>
                    </a:bodyPr>
                    <a:p>
                      <a:pPr algn="just">
                        <a:lnSpc>
                          <a:spcPct val="100000"/>
                        </a:lnSpc>
                      </a:pPr>
                      <a:r>
                        <a:rPr b="1" lang="en-IN" sz="1800" spc="-1" strike="noStrike">
                          <a:solidFill>
                            <a:srgbClr val="000000"/>
                          </a:solidFill>
                          <a:latin typeface="Arial"/>
                        </a:rPr>
                        <a:t>state</a:t>
                      </a:r>
                      <a:endParaRPr b="0" lang="en-US" sz="1800" spc="-1" strike="noStrike">
                        <a:latin typeface="Arial"/>
                      </a:endParaRPr>
                    </a:p>
                    <a:p>
                      <a:pPr algn="just">
                        <a:lnSpc>
                          <a:spcPct val="100000"/>
                        </a:lnSpc>
                      </a:pPr>
                      <a:r>
                        <a:rPr b="0" lang="en-IN" sz="1800" spc="-1" strike="noStrike">
                          <a:solidFill>
                            <a:srgbClr val="000000"/>
                          </a:solidFill>
                          <a:latin typeface="Arial"/>
                        </a:rPr>
                        <a:t>Set this option to DISABLED to gray out the button and make it unresponsive. Has the value ACTIVE when the mouse is over it. Default is NORMAL.</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r>
              <a:tr h="985680">
                <a:tc>
                  <a:txBody>
                    <a:bodyPr lIns="35640" rIns="35640">
                      <a:noAutofit/>
                    </a:bodyPr>
                    <a:p>
                      <a:pPr>
                        <a:lnSpc>
                          <a:spcPct val="100000"/>
                        </a:lnSpc>
                      </a:pPr>
                      <a:r>
                        <a:rPr b="0" lang="en-IN" sz="1800" spc="-1" strike="noStrike">
                          <a:latin typeface="Calibri"/>
                        </a:rPr>
                        <a:t>16</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c>
                  <a:txBody>
                    <a:bodyPr lIns="35640" rIns="35640">
                      <a:noAutofit/>
                    </a:bodyPr>
                    <a:p>
                      <a:pPr algn="just">
                        <a:lnSpc>
                          <a:spcPct val="100000"/>
                        </a:lnSpc>
                      </a:pPr>
                      <a:r>
                        <a:rPr b="1" lang="en-IN" sz="1800" spc="-1" strike="noStrike">
                          <a:solidFill>
                            <a:srgbClr val="000000"/>
                          </a:solidFill>
                          <a:latin typeface="Arial"/>
                        </a:rPr>
                        <a:t>underline</a:t>
                      </a:r>
                      <a:endParaRPr b="0" lang="en-US" sz="1800" spc="-1" strike="noStrike">
                        <a:latin typeface="Arial"/>
                      </a:endParaRPr>
                    </a:p>
                    <a:p>
                      <a:pPr algn="just">
                        <a:lnSpc>
                          <a:spcPct val="100000"/>
                        </a:lnSpc>
                      </a:pPr>
                      <a:r>
                        <a:rPr b="0" lang="en-IN" sz="1800" spc="-1" strike="noStrike">
                          <a:solidFill>
                            <a:srgbClr val="000000"/>
                          </a:solidFill>
                          <a:latin typeface="Arial"/>
                        </a:rPr>
                        <a:t>Default is -1, meaning that no character of the text on the button will be underlined. If nonnegative, the corresponding text character will be underlined.</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r>
              <a:tr h="839520">
                <a:tc>
                  <a:txBody>
                    <a:bodyPr lIns="35640" rIns="35640">
                      <a:noAutofit/>
                    </a:bodyPr>
                    <a:p>
                      <a:pPr>
                        <a:lnSpc>
                          <a:spcPct val="100000"/>
                        </a:lnSpc>
                      </a:pPr>
                      <a:r>
                        <a:rPr b="0" lang="en-IN" sz="1800" spc="-1" strike="noStrike">
                          <a:latin typeface="Calibri"/>
                        </a:rPr>
                        <a:t>17</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c>
                  <a:txBody>
                    <a:bodyPr lIns="35640" rIns="35640">
                      <a:noAutofit/>
                    </a:bodyPr>
                    <a:p>
                      <a:pPr algn="just">
                        <a:lnSpc>
                          <a:spcPct val="100000"/>
                        </a:lnSpc>
                      </a:pPr>
                      <a:r>
                        <a:rPr b="1" lang="en-IN" sz="1800" spc="-1" strike="noStrike">
                          <a:solidFill>
                            <a:srgbClr val="000000"/>
                          </a:solidFill>
                          <a:latin typeface="Arial"/>
                        </a:rPr>
                        <a:t>width</a:t>
                      </a:r>
                      <a:endParaRPr b="0" lang="en-US" sz="1800" spc="-1" strike="noStrike">
                        <a:latin typeface="Arial"/>
                      </a:endParaRPr>
                    </a:p>
                    <a:p>
                      <a:pPr algn="just">
                        <a:lnSpc>
                          <a:spcPct val="100000"/>
                        </a:lnSpc>
                      </a:pPr>
                      <a:r>
                        <a:rPr b="0" lang="en-IN" sz="1800" spc="-1" strike="noStrike">
                          <a:solidFill>
                            <a:srgbClr val="000000"/>
                          </a:solidFill>
                          <a:latin typeface="Arial"/>
                        </a:rPr>
                        <a:t>Width of the button in letters (if displaying text) or pixels (if displaying an image).</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r>
              <a:tr h="839520">
                <a:tc>
                  <a:txBody>
                    <a:bodyPr lIns="35640" rIns="35640">
                      <a:noAutofit/>
                    </a:bodyPr>
                    <a:p>
                      <a:pPr>
                        <a:lnSpc>
                          <a:spcPct val="100000"/>
                        </a:lnSpc>
                      </a:pPr>
                      <a:r>
                        <a:rPr b="0" lang="en-IN" sz="1800" spc="-1" strike="noStrike">
                          <a:latin typeface="Calibri"/>
                        </a:rPr>
                        <a:t>18</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c>
                  <a:txBody>
                    <a:bodyPr lIns="35640" rIns="35640">
                      <a:noAutofit/>
                    </a:bodyPr>
                    <a:p>
                      <a:pPr algn="just">
                        <a:lnSpc>
                          <a:spcPct val="100000"/>
                        </a:lnSpc>
                      </a:pPr>
                      <a:r>
                        <a:rPr b="1" lang="en-IN" sz="1800" spc="-1" strike="noStrike">
                          <a:solidFill>
                            <a:srgbClr val="000000"/>
                          </a:solidFill>
                          <a:latin typeface="Arial"/>
                        </a:rPr>
                        <a:t>wraplength</a:t>
                      </a:r>
                      <a:endParaRPr b="0" lang="en-US" sz="1800" spc="-1" strike="noStrike">
                        <a:latin typeface="Arial"/>
                      </a:endParaRPr>
                    </a:p>
                    <a:p>
                      <a:pPr algn="just">
                        <a:lnSpc>
                          <a:spcPct val="100000"/>
                        </a:lnSpc>
                      </a:pPr>
                      <a:r>
                        <a:rPr b="0" lang="en-IN" sz="1800" spc="-1" strike="noStrike">
                          <a:solidFill>
                            <a:srgbClr val="000000"/>
                          </a:solidFill>
                          <a:latin typeface="Arial"/>
                        </a:rPr>
                        <a:t>If this value is set to a positive number, the text lines will be wrapped to fit within this length.</a:t>
                      </a:r>
                      <a:endParaRPr b="0" lang="en-US" sz="1800" spc="-1" strike="noStrike">
                        <a:latin typeface="Arial"/>
                      </a:endParaRPr>
                    </a:p>
                  </a:txBody>
                  <a:tcPr marL="35640" marR="35640">
                    <a:lnL w="9360">
                      <a:solidFill>
                        <a:srgbClr val="dddddd"/>
                      </a:solidFill>
                    </a:lnL>
                    <a:lnR w="9360">
                      <a:solidFill>
                        <a:srgbClr val="dddddd"/>
                      </a:solidFill>
                    </a:lnR>
                    <a:lnT w="9360">
                      <a:solidFill>
                        <a:srgbClr val="dddddd"/>
                      </a:solidFill>
                    </a:lnT>
                    <a:lnB w="9360">
                      <a:solidFill>
                        <a:srgbClr val="dddddd"/>
                      </a:solidFill>
                    </a:lnB>
                    <a:noFill/>
                  </a:tcPr>
                </a:tc>
              </a:tr>
            </a:tbl>
          </a:graphicData>
        </a:graphic>
      </p:graphicFrame>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9" name="object 2" descr=""/>
          <p:cNvPicPr/>
          <p:nvPr/>
        </p:nvPicPr>
        <p:blipFill>
          <a:blip r:embed="rId1"/>
          <a:stretch/>
        </p:blipFill>
        <p:spPr>
          <a:xfrm>
            <a:off x="425160" y="207720"/>
            <a:ext cx="6829560" cy="4304160"/>
          </a:xfrm>
          <a:prstGeom prst="rect">
            <a:avLst/>
          </a:prstGeom>
          <a:ln>
            <a:noFill/>
          </a:ln>
        </p:spPr>
      </p:pic>
      <p:pic>
        <p:nvPicPr>
          <p:cNvPr id="380" name="object 3" descr=""/>
          <p:cNvPicPr/>
          <p:nvPr/>
        </p:nvPicPr>
        <p:blipFill>
          <a:blip r:embed="rId2"/>
          <a:stretch/>
        </p:blipFill>
        <p:spPr>
          <a:xfrm>
            <a:off x="7513200" y="2685240"/>
            <a:ext cx="4456800" cy="3485880"/>
          </a:xfrm>
          <a:prstGeom prst="rect">
            <a:avLst/>
          </a:prstGeom>
          <a:ln>
            <a:noFill/>
          </a:ln>
        </p:spPr>
      </p:pic>
      <p:grpSp>
        <p:nvGrpSpPr>
          <p:cNvPr id="381" name="Group 1"/>
          <p:cNvGrpSpPr/>
          <p:nvPr/>
        </p:nvGrpSpPr>
        <p:grpSpPr>
          <a:xfrm>
            <a:off x="7360920" y="238680"/>
            <a:ext cx="3094920" cy="2282040"/>
            <a:chOff x="7360920" y="238680"/>
            <a:chExt cx="3094920" cy="2282040"/>
          </a:xfrm>
        </p:grpSpPr>
        <p:pic>
          <p:nvPicPr>
            <p:cNvPr id="382" name="object 5" descr=""/>
            <p:cNvPicPr/>
            <p:nvPr/>
          </p:nvPicPr>
          <p:blipFill>
            <a:blip r:embed="rId3"/>
            <a:stretch/>
          </p:blipFill>
          <p:spPr>
            <a:xfrm>
              <a:off x="7360920" y="238680"/>
              <a:ext cx="3094920" cy="2282040"/>
            </a:xfrm>
            <a:prstGeom prst="rect">
              <a:avLst/>
            </a:prstGeom>
            <a:ln>
              <a:noFill/>
            </a:ln>
          </p:spPr>
        </p:pic>
        <p:pic>
          <p:nvPicPr>
            <p:cNvPr id="383" name="object 6" descr=""/>
            <p:cNvPicPr/>
            <p:nvPr/>
          </p:nvPicPr>
          <p:blipFill>
            <a:blip r:embed="rId4"/>
            <a:stretch/>
          </p:blipFill>
          <p:spPr>
            <a:xfrm>
              <a:off x="7673400" y="519840"/>
              <a:ext cx="2486160" cy="1702800"/>
            </a:xfrm>
            <a:prstGeom prst="rect">
              <a:avLst/>
            </a:prstGeom>
            <a:ln>
              <a:noFill/>
            </a:ln>
          </p:spPr>
        </p:pic>
        <p:sp>
          <p:nvSpPr>
            <p:cNvPr id="384" name="CustomShape 2"/>
            <p:cNvSpPr/>
            <p:nvPr/>
          </p:nvSpPr>
          <p:spPr>
            <a:xfrm>
              <a:off x="7628760" y="475200"/>
              <a:ext cx="2575080" cy="1792080"/>
            </a:xfrm>
            <a:custGeom>
              <a:avLst/>
              <a:gdLst/>
              <a:ahLst/>
              <a:rect l="l" t="t" r="r" b="b"/>
              <a:pathLst>
                <a:path w="2576195" h="1793239">
                  <a:moveTo>
                    <a:pt x="327405" y="0"/>
                  </a:moveTo>
                  <a:lnTo>
                    <a:pt x="2576067" y="0"/>
                  </a:lnTo>
                  <a:lnTo>
                    <a:pt x="2576067" y="1465706"/>
                  </a:lnTo>
                  <a:lnTo>
                    <a:pt x="2569336" y="1530350"/>
                  </a:lnTo>
                  <a:lnTo>
                    <a:pt x="2550413" y="1592579"/>
                  </a:lnTo>
                  <a:lnTo>
                    <a:pt x="2519553" y="1648967"/>
                  </a:lnTo>
                  <a:lnTo>
                    <a:pt x="2480436" y="1696719"/>
                  </a:lnTo>
                  <a:lnTo>
                    <a:pt x="2432304" y="1736598"/>
                  </a:lnTo>
                  <a:lnTo>
                    <a:pt x="2375788" y="1767331"/>
                  </a:lnTo>
                  <a:lnTo>
                    <a:pt x="2313812" y="1786254"/>
                  </a:lnTo>
                  <a:lnTo>
                    <a:pt x="2249169" y="1793113"/>
                  </a:lnTo>
                  <a:lnTo>
                    <a:pt x="0" y="1793113"/>
                  </a:lnTo>
                  <a:lnTo>
                    <a:pt x="0" y="327405"/>
                  </a:lnTo>
                  <a:lnTo>
                    <a:pt x="1777" y="295020"/>
                  </a:lnTo>
                  <a:lnTo>
                    <a:pt x="14604" y="231139"/>
                  </a:lnTo>
                  <a:lnTo>
                    <a:pt x="39877" y="171957"/>
                  </a:lnTo>
                  <a:lnTo>
                    <a:pt x="96265" y="96265"/>
                  </a:lnTo>
                  <a:lnTo>
                    <a:pt x="144144" y="56387"/>
                  </a:lnTo>
                  <a:lnTo>
                    <a:pt x="200278" y="25780"/>
                  </a:lnTo>
                  <a:lnTo>
                    <a:pt x="262762" y="6730"/>
                  </a:lnTo>
                  <a:lnTo>
                    <a:pt x="327405" y="0"/>
                  </a:lnTo>
                  <a:close/>
                </a:path>
              </a:pathLst>
            </a:custGeom>
            <a:noFill/>
            <a:ln w="88920">
              <a:solidFill>
                <a:srgbClr val="ffffff"/>
              </a:solidFill>
              <a:round/>
            </a:ln>
          </p:spPr>
          <p:style>
            <a:lnRef idx="0"/>
            <a:fillRef idx="0"/>
            <a:effectRef idx="0"/>
            <a:fontRef idx="minor"/>
          </p:style>
        </p:sp>
      </p:grpSp>
      <p:sp>
        <p:nvSpPr>
          <p:cNvPr id="385" name="CustomShape 3"/>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6285A231-E4D2-419B-908D-C1C4EB968AC3}"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6" name="object 2" descr=""/>
          <p:cNvPicPr/>
          <p:nvPr/>
        </p:nvPicPr>
        <p:blipFill>
          <a:blip r:embed="rId1"/>
          <a:stretch/>
        </p:blipFill>
        <p:spPr>
          <a:xfrm>
            <a:off x="4071960" y="198000"/>
            <a:ext cx="4046760" cy="2437200"/>
          </a:xfrm>
          <a:prstGeom prst="rect">
            <a:avLst/>
          </a:prstGeom>
          <a:ln>
            <a:noFill/>
          </a:ln>
        </p:spPr>
      </p:pic>
      <p:pic>
        <p:nvPicPr>
          <p:cNvPr id="387" name="object 3" descr=""/>
          <p:cNvPicPr/>
          <p:nvPr/>
        </p:nvPicPr>
        <p:blipFill>
          <a:blip r:embed="rId2"/>
          <a:stretch/>
        </p:blipFill>
        <p:spPr>
          <a:xfrm>
            <a:off x="359640" y="3735360"/>
            <a:ext cx="4179240" cy="2571480"/>
          </a:xfrm>
          <a:prstGeom prst="rect">
            <a:avLst/>
          </a:prstGeom>
          <a:ln>
            <a:noFill/>
          </a:ln>
        </p:spPr>
      </p:pic>
      <p:pic>
        <p:nvPicPr>
          <p:cNvPr id="388" name="object 4" descr=""/>
          <p:cNvPicPr/>
          <p:nvPr/>
        </p:nvPicPr>
        <p:blipFill>
          <a:blip r:embed="rId3"/>
          <a:stretch/>
        </p:blipFill>
        <p:spPr>
          <a:xfrm>
            <a:off x="7228440" y="3686400"/>
            <a:ext cx="4752360" cy="2560680"/>
          </a:xfrm>
          <a:prstGeom prst="rect">
            <a:avLst/>
          </a:prstGeom>
          <a:ln>
            <a:noFill/>
          </a:ln>
        </p:spPr>
      </p:pic>
      <p:grpSp>
        <p:nvGrpSpPr>
          <p:cNvPr id="389" name="Group 1"/>
          <p:cNvGrpSpPr/>
          <p:nvPr/>
        </p:nvGrpSpPr>
        <p:grpSpPr>
          <a:xfrm>
            <a:off x="2293560" y="2127600"/>
            <a:ext cx="2297160" cy="1784880"/>
            <a:chOff x="2293560" y="2127600"/>
            <a:chExt cx="2297160" cy="1784880"/>
          </a:xfrm>
        </p:grpSpPr>
        <p:pic>
          <p:nvPicPr>
            <p:cNvPr id="390" name="object 6" descr=""/>
            <p:cNvPicPr/>
            <p:nvPr/>
          </p:nvPicPr>
          <p:blipFill>
            <a:blip r:embed="rId4"/>
            <a:stretch/>
          </p:blipFill>
          <p:spPr>
            <a:xfrm>
              <a:off x="2293560" y="2127600"/>
              <a:ext cx="2297160" cy="1784880"/>
            </a:xfrm>
            <a:prstGeom prst="rect">
              <a:avLst/>
            </a:prstGeom>
            <a:ln>
              <a:noFill/>
            </a:ln>
          </p:spPr>
        </p:pic>
        <p:sp>
          <p:nvSpPr>
            <p:cNvPr id="391" name="CustomShape 2"/>
            <p:cNvSpPr/>
            <p:nvPr/>
          </p:nvSpPr>
          <p:spPr>
            <a:xfrm>
              <a:off x="2451240" y="2146680"/>
              <a:ext cx="2101320" cy="1589760"/>
            </a:xfrm>
            <a:custGeom>
              <a:avLst/>
              <a:gdLst/>
              <a:ahLst/>
              <a:rect l="l" t="t" r="r" b="b"/>
              <a:pathLst>
                <a:path w="2102485" h="1590675">
                  <a:moveTo>
                    <a:pt x="56895" y="1476248"/>
                  </a:moveTo>
                  <a:lnTo>
                    <a:pt x="0" y="1590675"/>
                  </a:lnTo>
                  <a:lnTo>
                    <a:pt x="125729" y="1567561"/>
                  </a:lnTo>
                  <a:lnTo>
                    <a:pt x="111369" y="1548511"/>
                  </a:lnTo>
                  <a:lnTo>
                    <a:pt x="87502" y="1548511"/>
                  </a:lnTo>
                  <a:lnTo>
                    <a:pt x="64643" y="1518158"/>
                  </a:lnTo>
                  <a:lnTo>
                    <a:pt x="79850" y="1506698"/>
                  </a:lnTo>
                  <a:lnTo>
                    <a:pt x="56895" y="1476248"/>
                  </a:lnTo>
                  <a:close/>
                  <a:moveTo>
                    <a:pt x="79850" y="1506698"/>
                  </a:moveTo>
                  <a:lnTo>
                    <a:pt x="64643" y="1518158"/>
                  </a:lnTo>
                  <a:lnTo>
                    <a:pt x="87502" y="1548511"/>
                  </a:lnTo>
                  <a:lnTo>
                    <a:pt x="102724" y="1537042"/>
                  </a:lnTo>
                  <a:lnTo>
                    <a:pt x="79850" y="1506698"/>
                  </a:lnTo>
                  <a:close/>
                  <a:moveTo>
                    <a:pt x="102724" y="1537042"/>
                  </a:moveTo>
                  <a:lnTo>
                    <a:pt x="87502" y="1548511"/>
                  </a:lnTo>
                  <a:lnTo>
                    <a:pt x="111369" y="1548511"/>
                  </a:lnTo>
                  <a:lnTo>
                    <a:pt x="102724" y="1537042"/>
                  </a:lnTo>
                  <a:close/>
                  <a:moveTo>
                    <a:pt x="2079244" y="0"/>
                  </a:moveTo>
                  <a:lnTo>
                    <a:pt x="79850" y="1506698"/>
                  </a:lnTo>
                  <a:lnTo>
                    <a:pt x="102724" y="1537042"/>
                  </a:lnTo>
                  <a:lnTo>
                    <a:pt x="2102231" y="30480"/>
                  </a:lnTo>
                  <a:lnTo>
                    <a:pt x="2079244" y="0"/>
                  </a:lnTo>
                  <a:close/>
                </a:path>
              </a:pathLst>
            </a:custGeom>
            <a:solidFill>
              <a:srgbClr val="ff0000"/>
            </a:solidFill>
            <a:ln>
              <a:noFill/>
            </a:ln>
          </p:spPr>
          <p:style>
            <a:lnRef idx="0"/>
            <a:fillRef idx="0"/>
            <a:effectRef idx="0"/>
            <a:fontRef idx="minor"/>
          </p:style>
        </p:sp>
      </p:grpSp>
      <p:grpSp>
        <p:nvGrpSpPr>
          <p:cNvPr id="392" name="Group 3"/>
          <p:cNvGrpSpPr/>
          <p:nvPr/>
        </p:nvGrpSpPr>
        <p:grpSpPr>
          <a:xfrm>
            <a:off x="7432560" y="2125800"/>
            <a:ext cx="2324520" cy="1736280"/>
            <a:chOff x="7432560" y="2125800"/>
            <a:chExt cx="2324520" cy="1736280"/>
          </a:xfrm>
        </p:grpSpPr>
        <p:pic>
          <p:nvPicPr>
            <p:cNvPr id="393" name="object 9" descr=""/>
            <p:cNvPicPr/>
            <p:nvPr/>
          </p:nvPicPr>
          <p:blipFill>
            <a:blip r:embed="rId5"/>
            <a:stretch/>
          </p:blipFill>
          <p:spPr>
            <a:xfrm>
              <a:off x="7432560" y="2125800"/>
              <a:ext cx="2324520" cy="1736280"/>
            </a:xfrm>
            <a:prstGeom prst="rect">
              <a:avLst/>
            </a:prstGeom>
            <a:ln>
              <a:noFill/>
            </a:ln>
          </p:spPr>
        </p:pic>
        <p:sp>
          <p:nvSpPr>
            <p:cNvPr id="394" name="CustomShape 4"/>
            <p:cNvSpPr/>
            <p:nvPr/>
          </p:nvSpPr>
          <p:spPr>
            <a:xfrm>
              <a:off x="7475400" y="2146320"/>
              <a:ext cx="2128680" cy="1540800"/>
            </a:xfrm>
            <a:custGeom>
              <a:avLst/>
              <a:gdLst/>
              <a:ahLst/>
              <a:rect l="l" t="t" r="r" b="b"/>
              <a:pathLst>
                <a:path w="2129790" h="1541779">
                  <a:moveTo>
                    <a:pt x="2025710" y="1490023"/>
                  </a:moveTo>
                  <a:lnTo>
                    <a:pt x="2003425" y="1520952"/>
                  </a:lnTo>
                  <a:lnTo>
                    <a:pt x="2129535" y="1541399"/>
                  </a:lnTo>
                  <a:lnTo>
                    <a:pt x="2108435" y="1501139"/>
                  </a:lnTo>
                  <a:lnTo>
                    <a:pt x="2041144" y="1501139"/>
                  </a:lnTo>
                  <a:lnTo>
                    <a:pt x="2025710" y="1490023"/>
                  </a:lnTo>
                  <a:close/>
                  <a:moveTo>
                    <a:pt x="2047943" y="1459167"/>
                  </a:moveTo>
                  <a:lnTo>
                    <a:pt x="2025710" y="1490023"/>
                  </a:lnTo>
                  <a:lnTo>
                    <a:pt x="2041144" y="1501139"/>
                  </a:lnTo>
                  <a:lnTo>
                    <a:pt x="2063369" y="1470279"/>
                  </a:lnTo>
                  <a:lnTo>
                    <a:pt x="2047943" y="1459167"/>
                  </a:lnTo>
                  <a:close/>
                  <a:moveTo>
                    <a:pt x="2070227" y="1428241"/>
                  </a:moveTo>
                  <a:lnTo>
                    <a:pt x="2047943" y="1459167"/>
                  </a:lnTo>
                  <a:lnTo>
                    <a:pt x="2063369" y="1470279"/>
                  </a:lnTo>
                  <a:lnTo>
                    <a:pt x="2041144" y="1501139"/>
                  </a:lnTo>
                  <a:lnTo>
                    <a:pt x="2108435" y="1501139"/>
                  </a:lnTo>
                  <a:lnTo>
                    <a:pt x="2070227" y="1428241"/>
                  </a:lnTo>
                  <a:close/>
                  <a:moveTo>
                    <a:pt x="22351" y="0"/>
                  </a:moveTo>
                  <a:lnTo>
                    <a:pt x="0" y="30987"/>
                  </a:lnTo>
                  <a:lnTo>
                    <a:pt x="2025710" y="1490023"/>
                  </a:lnTo>
                  <a:lnTo>
                    <a:pt x="2047943" y="1459167"/>
                  </a:lnTo>
                  <a:lnTo>
                    <a:pt x="22351" y="0"/>
                  </a:lnTo>
                  <a:close/>
                </a:path>
              </a:pathLst>
            </a:custGeom>
            <a:solidFill>
              <a:srgbClr val="ff0000"/>
            </a:solidFill>
            <a:ln>
              <a:noFill/>
            </a:ln>
          </p:spPr>
          <p:style>
            <a:lnRef idx="0"/>
            <a:fillRef idx="0"/>
            <a:effectRef idx="0"/>
            <a:fontRef idx="minor"/>
          </p:style>
        </p:sp>
      </p:grpSp>
      <p:sp>
        <p:nvSpPr>
          <p:cNvPr id="395" name="CustomShape 5"/>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C2821C34-00E0-440B-82DD-181DDD6912B6}"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96" name="Group 1"/>
          <p:cNvGrpSpPr/>
          <p:nvPr/>
        </p:nvGrpSpPr>
        <p:grpSpPr>
          <a:xfrm>
            <a:off x="165960" y="0"/>
            <a:ext cx="12017520" cy="6309720"/>
            <a:chOff x="165960" y="0"/>
            <a:chExt cx="12017520" cy="6309720"/>
          </a:xfrm>
        </p:grpSpPr>
        <p:pic>
          <p:nvPicPr>
            <p:cNvPr id="397" name="object 3" descr=""/>
            <p:cNvPicPr/>
            <p:nvPr/>
          </p:nvPicPr>
          <p:blipFill>
            <a:blip r:embed="rId1"/>
            <a:stretch/>
          </p:blipFill>
          <p:spPr>
            <a:xfrm>
              <a:off x="165960" y="152280"/>
              <a:ext cx="8571600" cy="6157440"/>
            </a:xfrm>
            <a:prstGeom prst="rect">
              <a:avLst/>
            </a:prstGeom>
            <a:ln>
              <a:noFill/>
            </a:ln>
          </p:spPr>
        </p:pic>
        <p:pic>
          <p:nvPicPr>
            <p:cNvPr id="398" name="object 4" descr=""/>
            <p:cNvPicPr/>
            <p:nvPr/>
          </p:nvPicPr>
          <p:blipFill>
            <a:blip r:embed="rId2"/>
            <a:stretch/>
          </p:blipFill>
          <p:spPr>
            <a:xfrm>
              <a:off x="8136720" y="0"/>
              <a:ext cx="4046760" cy="2437200"/>
            </a:xfrm>
            <a:prstGeom prst="rect">
              <a:avLst/>
            </a:prstGeom>
            <a:ln>
              <a:noFill/>
            </a:ln>
          </p:spPr>
        </p:pic>
      </p:grpSp>
      <p:sp>
        <p:nvSpPr>
          <p:cNvPr id="399" name="CustomShape 2"/>
          <p:cNvSpPr/>
          <p:nvPr/>
        </p:nvSpPr>
        <p:spPr>
          <a:xfrm>
            <a:off x="8470440" y="2618280"/>
            <a:ext cx="3608280" cy="2507760"/>
          </a:xfrm>
          <a:prstGeom prst="rect">
            <a:avLst/>
          </a:prstGeom>
          <a:noFill/>
          <a:ln w="9360">
            <a:solidFill>
              <a:srgbClr val="ff0000"/>
            </a:solidFill>
            <a:round/>
          </a:ln>
        </p:spPr>
        <p:style>
          <a:lnRef idx="0"/>
          <a:fillRef idx="0"/>
          <a:effectRef idx="0"/>
          <a:fontRef idx="minor"/>
        </p:style>
        <p:txBody>
          <a:bodyPr lIns="0" rIns="0" tIns="39240" bIns="0">
            <a:spAutoFit/>
          </a:bodyPr>
          <a:p>
            <a:pPr marL="91440">
              <a:lnSpc>
                <a:spcPct val="100000"/>
              </a:lnSpc>
              <a:spcBef>
                <a:spcPts val="309"/>
              </a:spcBef>
            </a:pPr>
            <a:r>
              <a:rPr b="1" lang="en-US" sz="1800" spc="-1" strike="noStrike">
                <a:solidFill>
                  <a:srgbClr val="000000"/>
                </a:solidFill>
                <a:latin typeface="Arial"/>
                <a:ea typeface="DejaVu Sans"/>
              </a:rPr>
              <a:t>Note</a:t>
            </a:r>
            <a:r>
              <a:rPr b="1" lang="en-US" sz="1800" spc="-15" strike="noStrike">
                <a:solidFill>
                  <a:srgbClr val="000000"/>
                </a:solidFill>
                <a:latin typeface="Arial"/>
                <a:ea typeface="DejaVu Sans"/>
              </a:rPr>
              <a:t> </a:t>
            </a:r>
            <a:r>
              <a:rPr b="1" lang="en-US" sz="1800" spc="-1" strike="noStrike">
                <a:solidFill>
                  <a:srgbClr val="000000"/>
                </a:solidFill>
                <a:latin typeface="Arial"/>
                <a:ea typeface="DejaVu Sans"/>
              </a:rPr>
              <a:t>: </a:t>
            </a:r>
            <a:r>
              <a:rPr b="0" lang="en-US" sz="1800" spc="-7" strike="noStrike">
                <a:solidFill>
                  <a:srgbClr val="000000"/>
                </a:solidFill>
                <a:latin typeface="Arial"/>
                <a:ea typeface="DejaVu Sans"/>
              </a:rPr>
              <a:t>click</a:t>
            </a:r>
            <a:r>
              <a:rPr b="0" lang="en-US" sz="1800" spc="-1" strike="noStrike">
                <a:solidFill>
                  <a:srgbClr val="000000"/>
                </a:solidFill>
                <a:latin typeface="Arial"/>
                <a:ea typeface="DejaVu Sans"/>
              </a:rPr>
              <a:t> </a:t>
            </a:r>
            <a:r>
              <a:rPr b="0" lang="en-US" sz="1800" spc="-7" strike="noStrike">
                <a:solidFill>
                  <a:srgbClr val="000000"/>
                </a:solidFill>
                <a:latin typeface="Arial"/>
                <a:ea typeface="DejaVu Sans"/>
              </a:rPr>
              <a:t>on</a:t>
            </a:r>
            <a:r>
              <a:rPr b="0" lang="en-US" sz="1800" spc="-12" strike="noStrike">
                <a:solidFill>
                  <a:srgbClr val="000000"/>
                </a:solidFill>
                <a:latin typeface="Arial"/>
                <a:ea typeface="DejaVu Sans"/>
              </a:rPr>
              <a:t> </a:t>
            </a:r>
            <a:r>
              <a:rPr b="0" lang="en-US" sz="1800" spc="-15" strike="noStrike">
                <a:solidFill>
                  <a:srgbClr val="000000"/>
                </a:solidFill>
                <a:latin typeface="Arial"/>
                <a:ea typeface="DejaVu Sans"/>
              </a:rPr>
              <a:t>your</a:t>
            </a:r>
            <a:r>
              <a:rPr b="0" lang="en-US" sz="1800" spc="26" strike="noStrike">
                <a:solidFill>
                  <a:srgbClr val="000000"/>
                </a:solidFill>
                <a:latin typeface="Arial"/>
                <a:ea typeface="DejaVu Sans"/>
              </a:rPr>
              <a:t> </a:t>
            </a:r>
            <a:r>
              <a:rPr b="0" lang="en-US" sz="1800" spc="-7" strike="noStrike">
                <a:solidFill>
                  <a:srgbClr val="000000"/>
                </a:solidFill>
                <a:latin typeface="Arial"/>
                <a:ea typeface="DejaVu Sans"/>
              </a:rPr>
              <a:t>Say Hello </a:t>
            </a:r>
            <a:r>
              <a:rPr b="0" lang="en-US" sz="1800" spc="-1" strike="noStrike">
                <a:solidFill>
                  <a:srgbClr val="000000"/>
                </a:solidFill>
                <a:latin typeface="Arial"/>
                <a:ea typeface="DejaVu Sans"/>
              </a:rPr>
              <a:t> </a:t>
            </a:r>
            <a:r>
              <a:rPr b="0" lang="en-US" sz="1800" spc="-7" strike="noStrike">
                <a:solidFill>
                  <a:srgbClr val="000000"/>
                </a:solidFill>
                <a:latin typeface="Arial"/>
                <a:ea typeface="DejaVu Sans"/>
              </a:rPr>
              <a:t>button. Nothing happens. Now </a:t>
            </a:r>
            <a:r>
              <a:rPr b="0" lang="en-US" sz="1800" spc="-1" strike="noStrike">
                <a:solidFill>
                  <a:srgbClr val="000000"/>
                </a:solidFill>
                <a:latin typeface="Arial"/>
                <a:ea typeface="DejaVu Sans"/>
              </a:rPr>
              <a:t>try </a:t>
            </a:r>
            <a:r>
              <a:rPr b="0" lang="en-US" sz="1800" spc="-491" strike="noStrike">
                <a:solidFill>
                  <a:srgbClr val="000000"/>
                </a:solidFill>
                <a:latin typeface="Arial"/>
                <a:ea typeface="DejaVu Sans"/>
              </a:rPr>
              <a:t> </a:t>
            </a:r>
            <a:r>
              <a:rPr b="0" lang="en-US" sz="1800" spc="-12" strike="noStrike">
                <a:solidFill>
                  <a:srgbClr val="000000"/>
                </a:solidFill>
                <a:latin typeface="Arial"/>
                <a:ea typeface="DejaVu Sans"/>
              </a:rPr>
              <a:t>your</a:t>
            </a:r>
            <a:r>
              <a:rPr b="0" lang="en-US" sz="1800" spc="12" strike="noStrike">
                <a:solidFill>
                  <a:srgbClr val="000000"/>
                </a:solidFill>
                <a:latin typeface="Arial"/>
                <a:ea typeface="DejaVu Sans"/>
              </a:rPr>
              <a:t> </a:t>
            </a:r>
            <a:r>
              <a:rPr b="0" lang="en-US" sz="1800" spc="-7" strike="noStrike">
                <a:solidFill>
                  <a:srgbClr val="000000"/>
                </a:solidFill>
                <a:latin typeface="Arial"/>
                <a:ea typeface="DejaVu Sans"/>
              </a:rPr>
              <a:t>Say </a:t>
            </a:r>
            <a:r>
              <a:rPr b="0" lang="en-US" sz="1800" spc="-12" strike="noStrike">
                <a:solidFill>
                  <a:srgbClr val="000000"/>
                </a:solidFill>
                <a:latin typeface="Arial"/>
                <a:ea typeface="DejaVu Sans"/>
              </a:rPr>
              <a:t>Goodbye</a:t>
            </a:r>
            <a:r>
              <a:rPr b="0" lang="en-US" sz="1800" spc="18" strike="noStrike">
                <a:solidFill>
                  <a:srgbClr val="000000"/>
                </a:solidFill>
                <a:latin typeface="Arial"/>
                <a:ea typeface="DejaVu Sans"/>
              </a:rPr>
              <a:t> </a:t>
            </a:r>
            <a:r>
              <a:rPr b="0" lang="en-US" sz="1800" spc="-7" strike="noStrike">
                <a:solidFill>
                  <a:srgbClr val="000000"/>
                </a:solidFill>
                <a:latin typeface="Arial"/>
                <a:ea typeface="DejaVu Sans"/>
              </a:rPr>
              <a:t>button.</a:t>
            </a:r>
            <a:r>
              <a:rPr b="0" lang="en-US" sz="1800" spc="-26" strike="noStrike">
                <a:solidFill>
                  <a:srgbClr val="000000"/>
                </a:solidFill>
                <a:latin typeface="Arial"/>
                <a:ea typeface="DejaVu Sans"/>
              </a:rPr>
              <a:t> </a:t>
            </a:r>
            <a:r>
              <a:rPr b="0" lang="en-US" sz="1800" spc="-1" strike="noStrike">
                <a:solidFill>
                  <a:srgbClr val="000000"/>
                </a:solidFill>
                <a:latin typeface="Arial"/>
                <a:ea typeface="DejaVu Sans"/>
              </a:rPr>
              <a:t>The  </a:t>
            </a:r>
            <a:r>
              <a:rPr b="0" lang="en-US" sz="1800" spc="-7" strike="noStrike">
                <a:solidFill>
                  <a:srgbClr val="000000"/>
                </a:solidFill>
                <a:latin typeface="Arial"/>
                <a:ea typeface="DejaVu Sans"/>
              </a:rPr>
              <a:t>label</a:t>
            </a:r>
            <a:r>
              <a:rPr b="0" lang="en-US" sz="1800" spc="-1" strike="noStrike">
                <a:solidFill>
                  <a:srgbClr val="000000"/>
                </a:solidFill>
                <a:latin typeface="Arial"/>
                <a:ea typeface="DejaVu Sans"/>
              </a:rPr>
              <a:t> </a:t>
            </a:r>
            <a:r>
              <a:rPr b="0" lang="en-US" sz="1800" spc="-15" strike="noStrike">
                <a:solidFill>
                  <a:srgbClr val="000000"/>
                </a:solidFill>
                <a:latin typeface="Arial"/>
                <a:ea typeface="DejaVu Sans"/>
              </a:rPr>
              <a:t>will</a:t>
            </a:r>
            <a:r>
              <a:rPr b="0" lang="en-US" sz="1800" spc="32" strike="noStrike">
                <a:solidFill>
                  <a:srgbClr val="000000"/>
                </a:solidFill>
                <a:latin typeface="Arial"/>
                <a:ea typeface="DejaVu Sans"/>
              </a:rPr>
              <a:t> </a:t>
            </a:r>
            <a:r>
              <a:rPr b="0" lang="en-US" sz="1800" spc="-7" strike="noStrike">
                <a:solidFill>
                  <a:srgbClr val="000000"/>
                </a:solidFill>
                <a:latin typeface="Arial"/>
                <a:ea typeface="DejaVu Sans"/>
              </a:rPr>
              <a:t>not</a:t>
            </a:r>
            <a:r>
              <a:rPr b="0" lang="en-US" sz="1800" spc="-1" strike="noStrike">
                <a:solidFill>
                  <a:srgbClr val="000000"/>
                </a:solidFill>
                <a:latin typeface="Arial"/>
                <a:ea typeface="DejaVu Sans"/>
              </a:rPr>
              <a:t> </a:t>
            </a:r>
            <a:r>
              <a:rPr b="0" lang="en-US" sz="1800" spc="-7" strike="noStrike">
                <a:solidFill>
                  <a:srgbClr val="000000"/>
                </a:solidFill>
                <a:latin typeface="Arial"/>
                <a:ea typeface="DejaVu Sans"/>
              </a:rPr>
              <a:t>update,</a:t>
            </a:r>
            <a:r>
              <a:rPr b="0" lang="en-US" sz="1800" spc="4" strike="noStrike">
                <a:solidFill>
                  <a:srgbClr val="000000"/>
                </a:solidFill>
                <a:latin typeface="Arial"/>
                <a:ea typeface="DejaVu Sans"/>
              </a:rPr>
              <a:t> </a:t>
            </a:r>
            <a:r>
              <a:rPr b="0" lang="en-US" sz="1800" spc="-7" strike="noStrike">
                <a:solidFill>
                  <a:srgbClr val="000000"/>
                </a:solidFill>
                <a:latin typeface="Arial"/>
                <a:ea typeface="DejaVu Sans"/>
              </a:rPr>
              <a:t>but</a:t>
            </a:r>
            <a:r>
              <a:rPr b="0" lang="en-US" sz="1800" spc="-1" strike="noStrike">
                <a:solidFill>
                  <a:srgbClr val="000000"/>
                </a:solidFill>
                <a:latin typeface="Arial"/>
                <a:ea typeface="DejaVu Sans"/>
              </a:rPr>
              <a:t> the  </a:t>
            </a:r>
            <a:r>
              <a:rPr b="0" lang="en-US" sz="1800" spc="-12" strike="noStrike">
                <a:solidFill>
                  <a:srgbClr val="000000"/>
                </a:solidFill>
                <a:latin typeface="Arial"/>
                <a:ea typeface="DejaVu Sans"/>
              </a:rPr>
              <a:t>window</a:t>
            </a:r>
            <a:r>
              <a:rPr b="0" lang="en-US" sz="1800" spc="32" strike="noStrike">
                <a:solidFill>
                  <a:srgbClr val="000000"/>
                </a:solidFill>
                <a:latin typeface="Arial"/>
                <a:ea typeface="DejaVu Sans"/>
              </a:rPr>
              <a:t> </a:t>
            </a:r>
            <a:r>
              <a:rPr b="0" lang="en-US" sz="1800" spc="-15" strike="noStrike">
                <a:solidFill>
                  <a:srgbClr val="000000"/>
                </a:solidFill>
                <a:latin typeface="Arial"/>
                <a:ea typeface="DejaVu Sans"/>
              </a:rPr>
              <a:t>will</a:t>
            </a:r>
            <a:r>
              <a:rPr b="0" lang="en-US" sz="1800" spc="38" strike="noStrike">
                <a:solidFill>
                  <a:srgbClr val="000000"/>
                </a:solidFill>
                <a:latin typeface="Arial"/>
                <a:ea typeface="DejaVu Sans"/>
              </a:rPr>
              <a:t> </a:t>
            </a:r>
            <a:r>
              <a:rPr b="0" lang="en-US" sz="1800" spc="-7" strike="noStrike">
                <a:solidFill>
                  <a:srgbClr val="000000"/>
                </a:solidFill>
                <a:latin typeface="Arial"/>
                <a:ea typeface="DejaVu Sans"/>
              </a:rPr>
              <a:t>still</a:t>
            </a:r>
            <a:r>
              <a:rPr b="0" lang="en-US" sz="1800" spc="-15" strike="noStrike">
                <a:solidFill>
                  <a:srgbClr val="000000"/>
                </a:solidFill>
                <a:latin typeface="Arial"/>
                <a:ea typeface="DejaVu Sans"/>
              </a:rPr>
              <a:t> </a:t>
            </a:r>
            <a:r>
              <a:rPr b="0" lang="en-US" sz="1800" spc="-7" strike="noStrike">
                <a:solidFill>
                  <a:srgbClr val="000000"/>
                </a:solidFill>
                <a:latin typeface="Arial"/>
                <a:ea typeface="DejaVu Sans"/>
              </a:rPr>
              <a:t>close</a:t>
            </a:r>
            <a:r>
              <a:rPr b="0" lang="en-US" sz="1800" spc="-1" strike="noStrike">
                <a:solidFill>
                  <a:srgbClr val="000000"/>
                </a:solidFill>
                <a:latin typeface="Arial"/>
                <a:ea typeface="DejaVu Sans"/>
              </a:rPr>
              <a:t> after</a:t>
            </a:r>
            <a:r>
              <a:rPr b="0" lang="en-US" sz="1800" spc="-21" strike="noStrike">
                <a:solidFill>
                  <a:srgbClr val="000000"/>
                </a:solidFill>
                <a:latin typeface="Arial"/>
                <a:ea typeface="DejaVu Sans"/>
              </a:rPr>
              <a:t> </a:t>
            </a:r>
            <a:r>
              <a:rPr b="0" lang="en-US" sz="1800" spc="-7" strike="noStrike">
                <a:solidFill>
                  <a:srgbClr val="000000"/>
                </a:solidFill>
                <a:latin typeface="Arial"/>
                <a:ea typeface="DejaVu Sans"/>
              </a:rPr>
              <a:t>2 </a:t>
            </a:r>
            <a:r>
              <a:rPr b="0" lang="en-US" sz="1800" spc="-1" strike="noStrike">
                <a:solidFill>
                  <a:srgbClr val="000000"/>
                </a:solidFill>
                <a:latin typeface="Arial"/>
                <a:ea typeface="DejaVu Sans"/>
              </a:rPr>
              <a:t> </a:t>
            </a:r>
            <a:r>
              <a:rPr b="0" lang="en-US" sz="1800" spc="-7" strike="noStrike">
                <a:solidFill>
                  <a:srgbClr val="000000"/>
                </a:solidFill>
                <a:latin typeface="Arial"/>
                <a:ea typeface="DejaVu Sans"/>
              </a:rPr>
              <a:t>seconds. This goes </a:t>
            </a:r>
            <a:r>
              <a:rPr b="0" lang="en-US" sz="1800" spc="-1" strike="noStrike">
                <a:solidFill>
                  <a:srgbClr val="000000"/>
                </a:solidFill>
                <a:latin typeface="Arial"/>
                <a:ea typeface="DejaVu Sans"/>
              </a:rPr>
              <a:t>to </a:t>
            </a:r>
            <a:r>
              <a:rPr b="0" lang="en-US" sz="1800" spc="-7" strike="noStrike">
                <a:solidFill>
                  <a:srgbClr val="000000"/>
                </a:solidFill>
                <a:latin typeface="Arial"/>
                <a:ea typeface="DejaVu Sans"/>
              </a:rPr>
              <a:t>show that </a:t>
            </a:r>
            <a:r>
              <a:rPr b="0" lang="en-US" sz="1800" spc="-1" strike="noStrike">
                <a:solidFill>
                  <a:srgbClr val="000000"/>
                </a:solidFill>
                <a:latin typeface="Arial"/>
                <a:ea typeface="DejaVu Sans"/>
              </a:rPr>
              <a:t> the</a:t>
            </a:r>
            <a:r>
              <a:rPr b="0" lang="en-US" sz="1800" spc="-15" strike="noStrike">
                <a:solidFill>
                  <a:srgbClr val="000000"/>
                </a:solidFill>
                <a:latin typeface="Arial"/>
                <a:ea typeface="DejaVu Sans"/>
              </a:rPr>
              <a:t> </a:t>
            </a:r>
            <a:r>
              <a:rPr b="0" lang="en-US" sz="1800" spc="-7" strike="noStrike">
                <a:solidFill>
                  <a:srgbClr val="000000"/>
                </a:solidFill>
                <a:latin typeface="Arial"/>
                <a:ea typeface="DejaVu Sans"/>
              </a:rPr>
              <a:t>code</a:t>
            </a:r>
            <a:r>
              <a:rPr b="0" lang="en-US" sz="1800" spc="-1" strike="noStrike">
                <a:solidFill>
                  <a:srgbClr val="000000"/>
                </a:solidFill>
                <a:latin typeface="Arial"/>
                <a:ea typeface="DejaVu Sans"/>
              </a:rPr>
              <a:t> </a:t>
            </a:r>
            <a:r>
              <a:rPr b="0" lang="en-US" sz="1800" spc="-12" strike="noStrike">
                <a:solidFill>
                  <a:srgbClr val="000000"/>
                </a:solidFill>
                <a:latin typeface="Arial"/>
                <a:ea typeface="DejaVu Sans"/>
              </a:rPr>
              <a:t>written</a:t>
            </a:r>
            <a:r>
              <a:rPr b="0" lang="en-US" sz="1800" spc="12" strike="noStrike">
                <a:solidFill>
                  <a:srgbClr val="000000"/>
                </a:solidFill>
                <a:latin typeface="Arial"/>
                <a:ea typeface="DejaVu Sans"/>
              </a:rPr>
              <a:t> </a:t>
            </a:r>
            <a:r>
              <a:rPr b="0" lang="en-US" sz="1800" spc="-1" strike="noStrike">
                <a:solidFill>
                  <a:srgbClr val="000000"/>
                </a:solidFill>
                <a:latin typeface="Arial"/>
                <a:ea typeface="DejaVu Sans"/>
              </a:rPr>
              <a:t>is</a:t>
            </a:r>
            <a:r>
              <a:rPr b="0" lang="en-US" sz="1800" spc="-7" strike="noStrike">
                <a:solidFill>
                  <a:srgbClr val="000000"/>
                </a:solidFill>
                <a:latin typeface="Arial"/>
                <a:ea typeface="DejaVu Sans"/>
              </a:rPr>
              <a:t> </a:t>
            </a:r>
            <a:r>
              <a:rPr b="0" lang="en-US" sz="1800" spc="-12" strike="noStrike">
                <a:solidFill>
                  <a:srgbClr val="000000"/>
                </a:solidFill>
                <a:latin typeface="Arial"/>
                <a:ea typeface="DejaVu Sans"/>
              </a:rPr>
              <a:t>not</a:t>
            </a:r>
            <a:r>
              <a:rPr b="0" lang="en-US" sz="1800" spc="-7" strike="noStrike">
                <a:solidFill>
                  <a:srgbClr val="000000"/>
                </a:solidFill>
                <a:latin typeface="Arial"/>
                <a:ea typeface="DejaVu Sans"/>
              </a:rPr>
              <a:t> invalid,</a:t>
            </a:r>
            <a:r>
              <a:rPr b="0" lang="en-US" sz="1800" spc="4" strike="noStrike">
                <a:solidFill>
                  <a:srgbClr val="000000"/>
                </a:solidFill>
                <a:latin typeface="Arial"/>
                <a:ea typeface="DejaVu Sans"/>
              </a:rPr>
              <a:t> </a:t>
            </a:r>
            <a:r>
              <a:rPr b="0" lang="en-US" sz="1800" spc="-12" strike="noStrike">
                <a:solidFill>
                  <a:srgbClr val="000000"/>
                </a:solidFill>
                <a:latin typeface="Arial"/>
                <a:ea typeface="DejaVu Sans"/>
              </a:rPr>
              <a:t>but </a:t>
            </a:r>
            <a:r>
              <a:rPr b="0" lang="en-US" sz="1800" spc="-486" strike="noStrike">
                <a:solidFill>
                  <a:srgbClr val="000000"/>
                </a:solidFill>
                <a:latin typeface="Arial"/>
                <a:ea typeface="DejaVu Sans"/>
              </a:rPr>
              <a:t> </a:t>
            </a:r>
            <a:r>
              <a:rPr b="0" lang="en-US" sz="1800" spc="-15" strike="noStrike">
                <a:solidFill>
                  <a:srgbClr val="000000"/>
                </a:solidFill>
                <a:latin typeface="Arial"/>
                <a:ea typeface="DejaVu Sans"/>
              </a:rPr>
              <a:t>will</a:t>
            </a:r>
            <a:r>
              <a:rPr b="0" lang="en-US" sz="1800" spc="26" strike="noStrike">
                <a:solidFill>
                  <a:srgbClr val="000000"/>
                </a:solidFill>
                <a:latin typeface="Arial"/>
                <a:ea typeface="DejaVu Sans"/>
              </a:rPr>
              <a:t> </a:t>
            </a:r>
            <a:r>
              <a:rPr b="0" lang="en-US" sz="1800" spc="-7" strike="noStrike">
                <a:solidFill>
                  <a:srgbClr val="000000"/>
                </a:solidFill>
                <a:latin typeface="Arial"/>
                <a:ea typeface="DejaVu Sans"/>
              </a:rPr>
              <a:t>not</a:t>
            </a:r>
            <a:r>
              <a:rPr b="0" lang="en-US" sz="1800" spc="-1" strike="noStrike">
                <a:solidFill>
                  <a:srgbClr val="000000"/>
                </a:solidFill>
                <a:latin typeface="Arial"/>
                <a:ea typeface="DejaVu Sans"/>
              </a:rPr>
              <a:t> </a:t>
            </a:r>
            <a:r>
              <a:rPr b="0" lang="en-US" sz="1800" spc="-7" strike="noStrike">
                <a:solidFill>
                  <a:srgbClr val="000000"/>
                </a:solidFill>
                <a:latin typeface="Arial"/>
                <a:ea typeface="DejaVu Sans"/>
              </a:rPr>
              <a:t>behave</a:t>
            </a:r>
            <a:r>
              <a:rPr b="0" lang="en-US" sz="1800" spc="-1" strike="noStrike">
                <a:solidFill>
                  <a:srgbClr val="000000"/>
                </a:solidFill>
                <a:latin typeface="Arial"/>
                <a:ea typeface="DejaVu Sans"/>
              </a:rPr>
              <a:t> </a:t>
            </a:r>
            <a:r>
              <a:rPr b="0" lang="en-US" sz="1800" spc="-7" strike="noStrike">
                <a:solidFill>
                  <a:srgbClr val="000000"/>
                </a:solidFill>
                <a:latin typeface="Arial"/>
                <a:ea typeface="DejaVu Sans"/>
              </a:rPr>
              <a:t>as </a:t>
            </a:r>
            <a:r>
              <a:rPr b="0" lang="en-US" sz="1800" spc="-26" strike="noStrike">
                <a:solidFill>
                  <a:srgbClr val="000000"/>
                </a:solidFill>
                <a:latin typeface="Arial"/>
                <a:ea typeface="DejaVu Sans"/>
              </a:rPr>
              <a:t>we</a:t>
            </a:r>
            <a:r>
              <a:rPr b="0" lang="en-US" sz="1800" spc="32" strike="noStrike">
                <a:solidFill>
                  <a:srgbClr val="000000"/>
                </a:solidFill>
                <a:latin typeface="Arial"/>
                <a:ea typeface="DejaVu Sans"/>
              </a:rPr>
              <a:t> </a:t>
            </a:r>
            <a:r>
              <a:rPr b="0" lang="en-US" sz="1800" spc="-1" strike="noStrike">
                <a:solidFill>
                  <a:srgbClr val="000000"/>
                </a:solidFill>
                <a:latin typeface="Arial"/>
                <a:ea typeface="DejaVu Sans"/>
              </a:rPr>
              <a:t>may</a:t>
            </a:r>
            <a:r>
              <a:rPr b="0" lang="en-US" sz="1800" spc="-12" strike="noStrike">
                <a:solidFill>
                  <a:srgbClr val="000000"/>
                </a:solidFill>
                <a:latin typeface="Arial"/>
                <a:ea typeface="DejaVu Sans"/>
              </a:rPr>
              <a:t> expect </a:t>
            </a:r>
            <a:r>
              <a:rPr b="0" lang="en-US" sz="1800" spc="-486" strike="noStrike">
                <a:solidFill>
                  <a:srgbClr val="000000"/>
                </a:solidFill>
                <a:latin typeface="Arial"/>
                <a:ea typeface="DejaVu Sans"/>
              </a:rPr>
              <a:t> </a:t>
            </a:r>
            <a:r>
              <a:rPr b="0" lang="en-US" sz="1800" spc="-1" strike="noStrike">
                <a:solidFill>
                  <a:srgbClr val="000000"/>
                </a:solidFill>
                <a:latin typeface="Arial"/>
                <a:ea typeface="DejaVu Sans"/>
              </a:rPr>
              <a:t>it</a:t>
            </a:r>
            <a:r>
              <a:rPr b="0" lang="en-US" sz="1800" spc="-7" strike="noStrike">
                <a:solidFill>
                  <a:srgbClr val="000000"/>
                </a:solidFill>
                <a:latin typeface="Arial"/>
                <a:ea typeface="DejaVu Sans"/>
              </a:rPr>
              <a:t> </a:t>
            </a:r>
            <a:r>
              <a:rPr b="0" lang="en-US" sz="1800" spc="-1" strike="noStrike">
                <a:solidFill>
                  <a:srgbClr val="000000"/>
                </a:solidFill>
                <a:latin typeface="Arial"/>
                <a:ea typeface="DejaVu Sans"/>
              </a:rPr>
              <a:t>to.</a:t>
            </a:r>
            <a:endParaRPr b="0" lang="en-US" sz="1800" spc="-1" strike="noStrike">
              <a:latin typeface="Arial"/>
            </a:endParaRPr>
          </a:p>
        </p:txBody>
      </p:sp>
      <p:grpSp>
        <p:nvGrpSpPr>
          <p:cNvPr id="400" name="Group 3"/>
          <p:cNvGrpSpPr/>
          <p:nvPr/>
        </p:nvGrpSpPr>
        <p:grpSpPr>
          <a:xfrm>
            <a:off x="9569160" y="1378080"/>
            <a:ext cx="898200" cy="1073520"/>
            <a:chOff x="9569160" y="1378080"/>
            <a:chExt cx="898200" cy="1073520"/>
          </a:xfrm>
        </p:grpSpPr>
        <p:sp>
          <p:nvSpPr>
            <p:cNvPr id="401" name="CustomShape 4"/>
            <p:cNvSpPr/>
            <p:nvPr/>
          </p:nvSpPr>
          <p:spPr>
            <a:xfrm>
              <a:off x="9569160" y="1378080"/>
              <a:ext cx="898200" cy="1073520"/>
            </a:xfrm>
            <a:custGeom>
              <a:avLst/>
              <a:gdLst/>
              <a:ahLst/>
              <a:rect l="l" t="t" r="r" b="b"/>
              <a:pathLst>
                <a:path w="899159" h="1074420">
                  <a:moveTo>
                    <a:pt x="658876" y="0"/>
                  </a:moveTo>
                  <a:lnTo>
                    <a:pt x="449579" y="284988"/>
                  </a:lnTo>
                  <a:lnTo>
                    <a:pt x="240283" y="0"/>
                  </a:lnTo>
                  <a:lnTo>
                    <a:pt x="0" y="176529"/>
                  </a:lnTo>
                  <a:lnTo>
                    <a:pt x="264540" y="536955"/>
                  </a:lnTo>
                  <a:lnTo>
                    <a:pt x="0" y="897382"/>
                  </a:lnTo>
                  <a:lnTo>
                    <a:pt x="240283" y="1073912"/>
                  </a:lnTo>
                  <a:lnTo>
                    <a:pt x="449579" y="788924"/>
                  </a:lnTo>
                  <a:lnTo>
                    <a:pt x="658876" y="1073912"/>
                  </a:lnTo>
                  <a:lnTo>
                    <a:pt x="899159" y="897382"/>
                  </a:lnTo>
                  <a:lnTo>
                    <a:pt x="634619" y="536955"/>
                  </a:lnTo>
                  <a:lnTo>
                    <a:pt x="899159" y="176529"/>
                  </a:lnTo>
                  <a:lnTo>
                    <a:pt x="658876" y="0"/>
                  </a:lnTo>
                  <a:close/>
                </a:path>
              </a:pathLst>
            </a:custGeom>
            <a:solidFill>
              <a:srgbClr val="cccc00"/>
            </a:solidFill>
            <a:ln>
              <a:noFill/>
            </a:ln>
          </p:spPr>
          <p:style>
            <a:lnRef idx="0"/>
            <a:fillRef idx="0"/>
            <a:effectRef idx="0"/>
            <a:fontRef idx="minor"/>
          </p:style>
        </p:sp>
        <p:sp>
          <p:nvSpPr>
            <p:cNvPr id="402" name="CustomShape 5"/>
            <p:cNvSpPr/>
            <p:nvPr/>
          </p:nvSpPr>
          <p:spPr>
            <a:xfrm>
              <a:off x="9569160" y="1378080"/>
              <a:ext cx="898200" cy="1073520"/>
            </a:xfrm>
            <a:custGeom>
              <a:avLst/>
              <a:gdLst/>
              <a:ahLst/>
              <a:rect l="l" t="t" r="r" b="b"/>
              <a:pathLst>
                <a:path w="899159" h="1074420">
                  <a:moveTo>
                    <a:pt x="0" y="176529"/>
                  </a:moveTo>
                  <a:lnTo>
                    <a:pt x="240283" y="0"/>
                  </a:lnTo>
                  <a:lnTo>
                    <a:pt x="449579" y="284988"/>
                  </a:lnTo>
                  <a:lnTo>
                    <a:pt x="658876" y="0"/>
                  </a:lnTo>
                  <a:lnTo>
                    <a:pt x="899159" y="176529"/>
                  </a:lnTo>
                  <a:lnTo>
                    <a:pt x="634619" y="536955"/>
                  </a:lnTo>
                  <a:lnTo>
                    <a:pt x="899159" y="897382"/>
                  </a:lnTo>
                  <a:lnTo>
                    <a:pt x="658876" y="1073912"/>
                  </a:lnTo>
                  <a:lnTo>
                    <a:pt x="449579" y="788924"/>
                  </a:lnTo>
                  <a:lnTo>
                    <a:pt x="240283" y="1073912"/>
                  </a:lnTo>
                  <a:lnTo>
                    <a:pt x="0" y="897382"/>
                  </a:lnTo>
                  <a:lnTo>
                    <a:pt x="264540" y="536955"/>
                  </a:lnTo>
                  <a:lnTo>
                    <a:pt x="0" y="176529"/>
                  </a:lnTo>
                  <a:close/>
                </a:path>
              </a:pathLst>
            </a:custGeom>
            <a:noFill/>
            <a:ln w="9360">
              <a:solidFill>
                <a:srgbClr val="000000"/>
              </a:solidFill>
              <a:round/>
            </a:ln>
          </p:spPr>
          <p:style>
            <a:lnRef idx="0"/>
            <a:fillRef idx="0"/>
            <a:effectRef idx="0"/>
            <a:fontRef idx="minor"/>
          </p:style>
        </p:sp>
      </p:grpSp>
      <p:sp>
        <p:nvSpPr>
          <p:cNvPr id="403" name="CustomShape 6"/>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C6CF3228-E5ED-4935-8290-CA8381B1A9F3}"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CustomShape 1"/>
          <p:cNvSpPr/>
          <p:nvPr/>
        </p:nvSpPr>
        <p:spPr>
          <a:xfrm>
            <a:off x="609840" y="411480"/>
            <a:ext cx="368892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Using</a:t>
            </a:r>
            <a:r>
              <a:rPr b="1" lang="en-US" sz="3900" spc="-75" strike="noStrike">
                <a:solidFill>
                  <a:srgbClr val="330066"/>
                </a:solidFill>
                <a:latin typeface="Arial"/>
                <a:ea typeface="DejaVu Sans"/>
              </a:rPr>
              <a:t> </a:t>
            </a:r>
            <a:r>
              <a:rPr b="1" lang="en-US" sz="3900" spc="-1" strike="noStrike">
                <a:solidFill>
                  <a:srgbClr val="330066"/>
                </a:solidFill>
                <a:latin typeface="Arial"/>
                <a:ea typeface="DejaVu Sans"/>
              </a:rPr>
              <a:t>variables</a:t>
            </a:r>
            <a:endParaRPr b="0" lang="en-US" sz="3900" spc="-1" strike="noStrike">
              <a:latin typeface="Arial"/>
            </a:endParaRPr>
          </a:p>
        </p:txBody>
      </p:sp>
      <p:sp>
        <p:nvSpPr>
          <p:cNvPr id="405"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20203DC6-50F8-4290-827D-6ADD640B49F9}"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406" name="CustomShape 3"/>
          <p:cNvSpPr/>
          <p:nvPr/>
        </p:nvSpPr>
        <p:spPr>
          <a:xfrm>
            <a:off x="688320" y="1379880"/>
            <a:ext cx="10653120" cy="2296440"/>
          </a:xfrm>
          <a:prstGeom prst="rect">
            <a:avLst/>
          </a:prstGeom>
          <a:noFill/>
          <a:ln>
            <a:noFill/>
          </a:ln>
        </p:spPr>
        <p:style>
          <a:lnRef idx="0"/>
          <a:fillRef idx="0"/>
          <a:effectRef idx="0"/>
          <a:fontRef idx="minor"/>
        </p:style>
        <p:txBody>
          <a:bodyPr lIns="0" rIns="0" tIns="12600" bIns="0">
            <a:spAutoFit/>
          </a:bodyPr>
          <a:p>
            <a:pPr marL="355680" indent="-342000">
              <a:lnSpc>
                <a:spcPct val="100000"/>
              </a:lnSpc>
              <a:spcBef>
                <a:spcPts val="99"/>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Instead of using configure to repeatedly change the text  within </a:t>
            </a:r>
            <a:r>
              <a:rPr b="0" lang="en-US" sz="3000" spc="-7" strike="noStrike">
                <a:solidFill>
                  <a:srgbClr val="000000"/>
                </a:solidFill>
                <a:latin typeface="Arial"/>
                <a:ea typeface="DejaVu Sans"/>
              </a:rPr>
              <a:t>our </a:t>
            </a:r>
            <a:r>
              <a:rPr b="0" lang="en-US" sz="3000" spc="-1" strike="noStrike">
                <a:solidFill>
                  <a:srgbClr val="000000"/>
                </a:solidFill>
                <a:latin typeface="Arial"/>
                <a:ea typeface="DejaVu Sans"/>
              </a:rPr>
              <a:t>label, wouldn't it </a:t>
            </a:r>
            <a:r>
              <a:rPr b="0" lang="en-US" sz="3000" spc="-7" strike="noStrike">
                <a:solidFill>
                  <a:srgbClr val="000000"/>
                </a:solidFill>
                <a:latin typeface="Arial"/>
                <a:ea typeface="DejaVu Sans"/>
              </a:rPr>
              <a:t>be better </a:t>
            </a:r>
            <a:r>
              <a:rPr b="0" lang="en-US" sz="3000" spc="-1" strike="noStrike">
                <a:solidFill>
                  <a:srgbClr val="000000"/>
                </a:solidFill>
                <a:latin typeface="Arial"/>
                <a:ea typeface="DejaVu Sans"/>
              </a:rPr>
              <a:t>if </a:t>
            </a:r>
            <a:r>
              <a:rPr b="0" lang="en-US" sz="3000" spc="-7" strike="noStrike">
                <a:solidFill>
                  <a:srgbClr val="000000"/>
                </a:solidFill>
                <a:latin typeface="Arial"/>
                <a:ea typeface="DejaVu Sans"/>
              </a:rPr>
              <a:t>we could </a:t>
            </a:r>
            <a:r>
              <a:rPr b="0" lang="en-US" sz="3000" spc="-1" strike="noStrike">
                <a:solidFill>
                  <a:srgbClr val="000000"/>
                </a:solidFill>
                <a:latin typeface="Arial"/>
                <a:ea typeface="DejaVu Sans"/>
              </a:rPr>
              <a:t>assign </a:t>
            </a:r>
            <a:r>
              <a:rPr b="0" lang="en-US" sz="3000" spc="-7" strike="noStrike">
                <a:solidFill>
                  <a:srgbClr val="000000"/>
                </a:solidFill>
                <a:latin typeface="Arial"/>
                <a:ea typeface="DejaVu Sans"/>
              </a:rPr>
              <a:t>a </a:t>
            </a:r>
            <a:r>
              <a:rPr b="0" lang="en-US" sz="3000" spc="-1" strike="noStrike">
                <a:solidFill>
                  <a:srgbClr val="000000"/>
                </a:solidFill>
                <a:latin typeface="Arial"/>
                <a:ea typeface="DejaVu Sans"/>
              </a:rPr>
              <a:t> variable</a:t>
            </a:r>
            <a:r>
              <a:rPr b="0" lang="en-US" sz="3000" spc="-32" strike="noStrike">
                <a:solidFill>
                  <a:srgbClr val="000000"/>
                </a:solidFill>
                <a:latin typeface="Arial"/>
                <a:ea typeface="DejaVu Sans"/>
              </a:rPr>
              <a:t> </a:t>
            </a:r>
            <a:r>
              <a:rPr b="0" lang="en-US" sz="3000" spc="-1" strike="noStrike">
                <a:solidFill>
                  <a:srgbClr val="000000"/>
                </a:solidFill>
                <a:latin typeface="Arial"/>
                <a:ea typeface="DejaVu Sans"/>
              </a:rPr>
              <a:t>to</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it</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and</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just</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change</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this</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variable?</a:t>
            </a:r>
            <a:r>
              <a:rPr b="0" lang="en-US" sz="3000" spc="-41" strike="noStrike">
                <a:solidFill>
                  <a:srgbClr val="000000"/>
                </a:solidFill>
                <a:latin typeface="Arial"/>
                <a:ea typeface="DejaVu Sans"/>
              </a:rPr>
              <a:t> </a:t>
            </a:r>
            <a:r>
              <a:rPr b="0" lang="en-US" sz="3000" spc="-1" strike="noStrike">
                <a:solidFill>
                  <a:srgbClr val="000000"/>
                </a:solidFill>
                <a:latin typeface="Arial"/>
                <a:ea typeface="DejaVu Sans"/>
              </a:rPr>
              <a:t>The </a:t>
            </a:r>
            <a:r>
              <a:rPr b="0" lang="en-US" sz="3000" spc="-7" strike="noStrike">
                <a:solidFill>
                  <a:srgbClr val="000000"/>
                </a:solidFill>
                <a:latin typeface="Arial"/>
                <a:ea typeface="DejaVu Sans"/>
              </a:rPr>
              <a:t>good</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news</a:t>
            </a:r>
            <a:r>
              <a:rPr b="0" lang="en-US" sz="3000" spc="-7" strike="noStrike">
                <a:solidFill>
                  <a:srgbClr val="000000"/>
                </a:solidFill>
                <a:latin typeface="Arial"/>
                <a:ea typeface="DejaVu Sans"/>
              </a:rPr>
              <a:t> is </a:t>
            </a:r>
            <a:r>
              <a:rPr b="0" lang="en-US" sz="3000" spc="-820" strike="noStrike">
                <a:solidFill>
                  <a:srgbClr val="000000"/>
                </a:solidFill>
                <a:latin typeface="Arial"/>
                <a:ea typeface="DejaVu Sans"/>
              </a:rPr>
              <a:t> </a:t>
            </a:r>
            <a:r>
              <a:rPr b="0" lang="en-US" sz="3000" spc="-7" strike="noStrike">
                <a:solidFill>
                  <a:srgbClr val="000000"/>
                </a:solidFill>
                <a:latin typeface="Arial"/>
                <a:ea typeface="DejaVu Sans"/>
              </a:rPr>
              <a:t>you </a:t>
            </a:r>
            <a:r>
              <a:rPr b="0" lang="en-US" sz="3000" spc="-1" strike="noStrike">
                <a:solidFill>
                  <a:srgbClr val="000000"/>
                </a:solidFill>
                <a:latin typeface="Arial"/>
                <a:ea typeface="DejaVu Sans"/>
              </a:rPr>
              <a:t>can! The </a:t>
            </a:r>
            <a:r>
              <a:rPr b="0" lang="en-US" sz="3000" spc="-7" strike="noStrike">
                <a:solidFill>
                  <a:srgbClr val="000000"/>
                </a:solidFill>
                <a:latin typeface="Arial"/>
                <a:ea typeface="DejaVu Sans"/>
              </a:rPr>
              <a:t>bad </a:t>
            </a:r>
            <a:r>
              <a:rPr b="0" lang="en-US" sz="3000" spc="-1" strike="noStrike">
                <a:solidFill>
                  <a:srgbClr val="000000"/>
                </a:solidFill>
                <a:latin typeface="Arial"/>
                <a:ea typeface="DejaVu Sans"/>
              </a:rPr>
              <a:t>news? </a:t>
            </a:r>
            <a:r>
              <a:rPr b="0" lang="en-US" sz="3000" spc="-7" strike="noStrike">
                <a:solidFill>
                  <a:srgbClr val="000000"/>
                </a:solidFill>
                <a:latin typeface="Arial"/>
                <a:ea typeface="DejaVu Sans"/>
              </a:rPr>
              <a:t>Regular </a:t>
            </a:r>
            <a:r>
              <a:rPr b="0" lang="en-US" sz="3000" spc="-1" strike="noStrike">
                <a:solidFill>
                  <a:srgbClr val="000000"/>
                </a:solidFill>
                <a:latin typeface="Arial"/>
                <a:ea typeface="DejaVu Sans"/>
              </a:rPr>
              <a:t>Python variables aren't  </a:t>
            </a:r>
            <a:r>
              <a:rPr b="0" lang="en-US" sz="3000" spc="-7" strike="noStrike">
                <a:solidFill>
                  <a:srgbClr val="000000"/>
                </a:solidFill>
                <a:latin typeface="Arial"/>
                <a:ea typeface="DejaVu Sans"/>
              </a:rPr>
              <a:t>perfectly</a:t>
            </a:r>
            <a:r>
              <a:rPr b="0" lang="en-US" sz="3000" spc="-1" strike="noStrike">
                <a:solidFill>
                  <a:srgbClr val="000000"/>
                </a:solidFill>
                <a:latin typeface="Arial"/>
                <a:ea typeface="DejaVu Sans"/>
              </a:rPr>
              <a:t> compatible</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with</a:t>
            </a:r>
            <a:r>
              <a:rPr b="0" lang="en-US" sz="3000" spc="-26" strike="noStrike">
                <a:solidFill>
                  <a:srgbClr val="000000"/>
                </a:solidFill>
                <a:latin typeface="Arial"/>
                <a:ea typeface="DejaVu Sans"/>
              </a:rPr>
              <a:t> </a:t>
            </a:r>
            <a:r>
              <a:rPr b="0" lang="en-US" sz="3000" spc="-1" strike="noStrike">
                <a:solidFill>
                  <a:srgbClr val="000000"/>
                </a:solidFill>
                <a:latin typeface="Arial"/>
                <a:ea typeface="DejaVu Sans"/>
              </a:rPr>
              <a:t>Tkinter</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widgets.</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CustomShape 1"/>
          <p:cNvSpPr/>
          <p:nvPr/>
        </p:nvSpPr>
        <p:spPr>
          <a:xfrm>
            <a:off x="609840" y="411480"/>
            <a:ext cx="674820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Tkinter-compatible</a:t>
            </a:r>
            <a:r>
              <a:rPr b="1" lang="en-US" sz="3900" spc="-46" strike="noStrike">
                <a:solidFill>
                  <a:srgbClr val="330066"/>
                </a:solidFill>
                <a:latin typeface="Arial"/>
                <a:ea typeface="DejaVu Sans"/>
              </a:rPr>
              <a:t> </a:t>
            </a:r>
            <a:r>
              <a:rPr b="1" lang="en-US" sz="3900" spc="-1" strike="noStrike">
                <a:solidFill>
                  <a:srgbClr val="330066"/>
                </a:solidFill>
                <a:latin typeface="Arial"/>
                <a:ea typeface="DejaVu Sans"/>
              </a:rPr>
              <a:t>variables</a:t>
            </a:r>
            <a:endParaRPr b="0" lang="en-US" sz="3900" spc="-1" strike="noStrike">
              <a:latin typeface="Arial"/>
            </a:endParaRPr>
          </a:p>
        </p:txBody>
      </p:sp>
      <p:sp>
        <p:nvSpPr>
          <p:cNvPr id="408"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9BCE22FC-940D-44D0-88E3-2C9AEF8079EF}"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409" name="CustomShape 3"/>
          <p:cNvSpPr/>
          <p:nvPr/>
        </p:nvSpPr>
        <p:spPr>
          <a:xfrm>
            <a:off x="688320" y="1379880"/>
            <a:ext cx="11247480" cy="2829240"/>
          </a:xfrm>
          <a:prstGeom prst="rect">
            <a:avLst/>
          </a:prstGeom>
          <a:noFill/>
          <a:ln>
            <a:noFill/>
          </a:ln>
        </p:spPr>
        <p:style>
          <a:lnRef idx="0"/>
          <a:fillRef idx="0"/>
          <a:effectRef idx="0"/>
          <a:fontRef idx="minor"/>
        </p:style>
        <p:txBody>
          <a:bodyPr lIns="0" rIns="0" tIns="12600" bIns="0">
            <a:spAutoFit/>
          </a:bodyPr>
          <a:p>
            <a:pPr marL="355680" indent="-342000">
              <a:lnSpc>
                <a:spcPct val="100000"/>
              </a:lnSpc>
              <a:spcBef>
                <a:spcPts val="99"/>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Tkinter</a:t>
            </a:r>
            <a:r>
              <a:rPr b="0" lang="en-US" sz="3000" spc="-12" strike="noStrike">
                <a:solidFill>
                  <a:srgbClr val="000000"/>
                </a:solidFill>
                <a:latin typeface="Arial"/>
                <a:ea typeface="DejaVu Sans"/>
              </a:rPr>
              <a:t> </a:t>
            </a:r>
            <a:r>
              <a:rPr b="0" lang="en-US" sz="3000" spc="-7" strike="noStrike">
                <a:solidFill>
                  <a:srgbClr val="000000"/>
                </a:solidFill>
                <a:latin typeface="Arial"/>
                <a:ea typeface="DejaVu Sans"/>
              </a:rPr>
              <a:t>comes</a:t>
            </a:r>
            <a:r>
              <a:rPr b="0" lang="en-US" sz="3000" spc="-1" strike="noStrike">
                <a:solidFill>
                  <a:srgbClr val="000000"/>
                </a:solidFill>
                <a:latin typeface="Arial"/>
                <a:ea typeface="DejaVu Sans"/>
              </a:rPr>
              <a:t> with</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four </a:t>
            </a:r>
            <a:r>
              <a:rPr b="0" lang="en-US" sz="3000" spc="-7" strike="noStrike">
                <a:solidFill>
                  <a:srgbClr val="000000"/>
                </a:solidFill>
                <a:latin typeface="Arial"/>
                <a:ea typeface="DejaVu Sans"/>
              </a:rPr>
              <a:t>built-in</a:t>
            </a:r>
            <a:r>
              <a:rPr b="0" lang="en-US" sz="3000" spc="-26" strike="noStrike">
                <a:solidFill>
                  <a:srgbClr val="000000"/>
                </a:solidFill>
                <a:latin typeface="Arial"/>
                <a:ea typeface="DejaVu Sans"/>
              </a:rPr>
              <a:t> </a:t>
            </a:r>
            <a:r>
              <a:rPr b="0" lang="en-US" sz="3000" spc="-1" strike="noStrike">
                <a:solidFill>
                  <a:srgbClr val="000000"/>
                </a:solidFill>
                <a:latin typeface="Arial"/>
                <a:ea typeface="DejaVu Sans"/>
              </a:rPr>
              <a:t>variable</a:t>
            </a:r>
            <a:r>
              <a:rPr b="0" lang="en-US" sz="3000" spc="-32" strike="noStrike">
                <a:solidFill>
                  <a:srgbClr val="000000"/>
                </a:solidFill>
                <a:latin typeface="Arial"/>
                <a:ea typeface="DejaVu Sans"/>
              </a:rPr>
              <a:t> </a:t>
            </a:r>
            <a:r>
              <a:rPr b="0" lang="en-US" sz="3000" spc="-7" strike="noStrike">
                <a:solidFill>
                  <a:srgbClr val="000000"/>
                </a:solidFill>
                <a:latin typeface="Arial"/>
                <a:ea typeface="DejaVu Sans"/>
              </a:rPr>
              <a:t>objects</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for </a:t>
            </a:r>
            <a:r>
              <a:rPr b="0" lang="en-US" sz="3000" spc="-7" strike="noStrike">
                <a:solidFill>
                  <a:srgbClr val="000000"/>
                </a:solidFill>
                <a:latin typeface="Arial"/>
                <a:ea typeface="DejaVu Sans"/>
              </a:rPr>
              <a:t>us</a:t>
            </a:r>
            <a:r>
              <a:rPr b="0" lang="en-US" sz="3000" spc="-1" strike="noStrike">
                <a:solidFill>
                  <a:srgbClr val="000000"/>
                </a:solidFill>
                <a:latin typeface="Arial"/>
                <a:ea typeface="DejaVu Sans"/>
              </a:rPr>
              <a:t> </a:t>
            </a:r>
            <a:r>
              <a:rPr b="0" lang="en-US" sz="3000" spc="-12" strike="noStrike">
                <a:solidFill>
                  <a:srgbClr val="000000"/>
                </a:solidFill>
                <a:latin typeface="Arial"/>
                <a:ea typeface="DejaVu Sans"/>
              </a:rPr>
              <a:t>to</a:t>
            </a:r>
            <a:r>
              <a:rPr b="0" lang="en-US" sz="3000" spc="-1" strike="noStrike">
                <a:solidFill>
                  <a:srgbClr val="000000"/>
                </a:solidFill>
                <a:latin typeface="Arial"/>
                <a:ea typeface="DejaVu Sans"/>
              </a:rPr>
              <a:t> handle </a:t>
            </a:r>
            <a:r>
              <a:rPr b="0" lang="en-US" sz="3000" spc="-820" strike="noStrike">
                <a:solidFill>
                  <a:srgbClr val="000000"/>
                </a:solidFill>
                <a:latin typeface="Arial"/>
                <a:ea typeface="DejaVu Sans"/>
              </a:rPr>
              <a:t> </a:t>
            </a:r>
            <a:r>
              <a:rPr b="0" lang="en-US" sz="3000" spc="-7" strike="noStrike">
                <a:solidFill>
                  <a:srgbClr val="000000"/>
                </a:solidFill>
                <a:latin typeface="Arial"/>
                <a:ea typeface="DejaVu Sans"/>
              </a:rPr>
              <a:t>different data</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types:</a:t>
            </a:r>
            <a:endParaRPr b="0" lang="en-US" sz="3000" spc="-1" strike="noStrike">
              <a:latin typeface="Arial"/>
            </a:endParaRPr>
          </a:p>
          <a:p>
            <a:pPr lvl="1" marL="870480" indent="-513360">
              <a:lnSpc>
                <a:spcPct val="100000"/>
              </a:lnSpc>
              <a:spcBef>
                <a:spcPts val="641"/>
              </a:spcBef>
              <a:buClr>
                <a:srgbClr val="669999"/>
              </a:buClr>
              <a:buSzPct val="69000"/>
              <a:buFont typeface="StarSymbol"/>
              <a:buAutoNum type="arabicPeriod"/>
              <a:tabLst>
                <a:tab algn="l" pos="870480"/>
                <a:tab algn="l" pos="871200"/>
              </a:tabLst>
            </a:pPr>
            <a:r>
              <a:rPr b="0" lang="en-US" sz="2600" spc="-1" strike="noStrike">
                <a:solidFill>
                  <a:srgbClr val="ff0000"/>
                </a:solidFill>
                <a:latin typeface="Arial"/>
                <a:ea typeface="DejaVu Sans"/>
              </a:rPr>
              <a:t>StringVar:</a:t>
            </a:r>
            <a:r>
              <a:rPr b="0" lang="en-US" sz="2600" spc="-12" strike="noStrike">
                <a:solidFill>
                  <a:srgbClr val="ff0000"/>
                </a:solidFill>
                <a:latin typeface="Arial"/>
                <a:ea typeface="DejaVu Sans"/>
              </a:rPr>
              <a:t> </a:t>
            </a:r>
            <a:r>
              <a:rPr b="0" lang="en-US" sz="2600" spc="-1" strike="noStrike">
                <a:solidFill>
                  <a:srgbClr val="000000"/>
                </a:solidFill>
                <a:latin typeface="Arial"/>
                <a:ea typeface="DejaVu Sans"/>
              </a:rPr>
              <a:t>This</a:t>
            </a:r>
            <a:r>
              <a:rPr b="0" lang="en-US" sz="2600" spc="-15" strike="noStrike">
                <a:solidFill>
                  <a:srgbClr val="000000"/>
                </a:solidFill>
                <a:latin typeface="Arial"/>
                <a:ea typeface="DejaVu Sans"/>
              </a:rPr>
              <a:t> </a:t>
            </a:r>
            <a:r>
              <a:rPr b="0" lang="en-US" sz="2600" spc="-1" strike="noStrike">
                <a:solidFill>
                  <a:srgbClr val="000000"/>
                </a:solidFill>
                <a:latin typeface="Arial"/>
                <a:ea typeface="DejaVu Sans"/>
              </a:rPr>
              <a:t>holds</a:t>
            </a:r>
            <a:r>
              <a:rPr b="0" lang="en-US" sz="2600" spc="-12" strike="noStrike">
                <a:solidFill>
                  <a:srgbClr val="000000"/>
                </a:solidFill>
                <a:latin typeface="Arial"/>
                <a:ea typeface="DejaVu Sans"/>
              </a:rPr>
              <a:t> </a:t>
            </a:r>
            <a:r>
              <a:rPr b="0" lang="en-US" sz="2600" spc="-1" strike="noStrike">
                <a:solidFill>
                  <a:srgbClr val="000000"/>
                </a:solidFill>
                <a:latin typeface="Arial"/>
                <a:ea typeface="DejaVu Sans"/>
              </a:rPr>
              <a:t>characters</a:t>
            </a:r>
            <a:r>
              <a:rPr b="0" lang="en-US" sz="2600" spc="-26" strike="noStrike">
                <a:solidFill>
                  <a:srgbClr val="000000"/>
                </a:solidFill>
                <a:latin typeface="Arial"/>
                <a:ea typeface="DejaVu Sans"/>
              </a:rPr>
              <a:t> </a:t>
            </a:r>
            <a:r>
              <a:rPr b="0" lang="en-US" sz="2600" spc="-1" strike="noStrike">
                <a:solidFill>
                  <a:srgbClr val="000000"/>
                </a:solidFill>
                <a:latin typeface="Arial"/>
                <a:ea typeface="DejaVu Sans"/>
              </a:rPr>
              <a:t>like</a:t>
            </a:r>
            <a:r>
              <a:rPr b="0" lang="en-US" sz="2600" spc="-12" strike="noStrike">
                <a:solidFill>
                  <a:srgbClr val="000000"/>
                </a:solidFill>
                <a:latin typeface="Arial"/>
                <a:ea typeface="DejaVu Sans"/>
              </a:rPr>
              <a:t> </a:t>
            </a:r>
            <a:r>
              <a:rPr b="0" lang="en-US" sz="2600" spc="-1" strike="noStrike">
                <a:solidFill>
                  <a:srgbClr val="000000"/>
                </a:solidFill>
                <a:latin typeface="Arial"/>
                <a:ea typeface="DejaVu Sans"/>
              </a:rPr>
              <a:t>a</a:t>
            </a:r>
            <a:r>
              <a:rPr b="0" lang="en-US" sz="2600" spc="4" strike="noStrike">
                <a:solidFill>
                  <a:srgbClr val="000000"/>
                </a:solidFill>
                <a:latin typeface="Arial"/>
                <a:ea typeface="DejaVu Sans"/>
              </a:rPr>
              <a:t> </a:t>
            </a:r>
            <a:r>
              <a:rPr b="0" lang="en-US" sz="2600" spc="-1" strike="noStrike">
                <a:solidFill>
                  <a:srgbClr val="000000"/>
                </a:solidFill>
                <a:latin typeface="Arial"/>
                <a:ea typeface="DejaVu Sans"/>
              </a:rPr>
              <a:t>Python</a:t>
            </a:r>
            <a:r>
              <a:rPr b="0" lang="en-US" sz="2600" spc="-12" strike="noStrike">
                <a:solidFill>
                  <a:srgbClr val="000000"/>
                </a:solidFill>
                <a:latin typeface="Arial"/>
                <a:ea typeface="DejaVu Sans"/>
              </a:rPr>
              <a:t> </a:t>
            </a:r>
            <a:r>
              <a:rPr b="0" lang="en-US" sz="2600" spc="-1" strike="noStrike">
                <a:solidFill>
                  <a:srgbClr val="000000"/>
                </a:solidFill>
                <a:latin typeface="Arial"/>
                <a:ea typeface="DejaVu Sans"/>
              </a:rPr>
              <a:t>string.</a:t>
            </a:r>
            <a:endParaRPr b="0" lang="en-US" sz="2600" spc="-1" strike="noStrike">
              <a:latin typeface="Arial"/>
            </a:endParaRPr>
          </a:p>
          <a:p>
            <a:pPr lvl="1" marL="870480" indent="-513360">
              <a:lnSpc>
                <a:spcPct val="100000"/>
              </a:lnSpc>
              <a:spcBef>
                <a:spcPts val="624"/>
              </a:spcBef>
              <a:buClr>
                <a:srgbClr val="669999"/>
              </a:buClr>
              <a:buSzPct val="69000"/>
              <a:buFont typeface="StarSymbol"/>
              <a:buAutoNum type="arabicPeriod"/>
              <a:tabLst>
                <a:tab algn="l" pos="870480"/>
                <a:tab algn="l" pos="871200"/>
              </a:tabLst>
            </a:pPr>
            <a:r>
              <a:rPr b="0" lang="en-US" sz="2600" spc="-1" strike="noStrike">
                <a:solidFill>
                  <a:srgbClr val="ff0000"/>
                </a:solidFill>
                <a:latin typeface="Arial"/>
                <a:ea typeface="DejaVu Sans"/>
              </a:rPr>
              <a:t>IntVar:</a:t>
            </a:r>
            <a:r>
              <a:rPr b="0" lang="en-US" sz="2600" spc="-7" strike="noStrike">
                <a:solidFill>
                  <a:srgbClr val="ff0000"/>
                </a:solidFill>
                <a:latin typeface="Arial"/>
                <a:ea typeface="DejaVu Sans"/>
              </a:rPr>
              <a:t> </a:t>
            </a:r>
            <a:r>
              <a:rPr b="0" lang="en-US" sz="2600" spc="-1" strike="noStrike">
                <a:solidFill>
                  <a:srgbClr val="000000"/>
                </a:solidFill>
                <a:latin typeface="Arial"/>
                <a:ea typeface="DejaVu Sans"/>
              </a:rPr>
              <a:t>This</a:t>
            </a:r>
            <a:r>
              <a:rPr b="0" lang="en-US" sz="2600" spc="-21" strike="noStrike">
                <a:solidFill>
                  <a:srgbClr val="000000"/>
                </a:solidFill>
                <a:latin typeface="Arial"/>
                <a:ea typeface="DejaVu Sans"/>
              </a:rPr>
              <a:t> </a:t>
            </a:r>
            <a:r>
              <a:rPr b="0" lang="en-US" sz="2600" spc="-1" strike="noStrike">
                <a:solidFill>
                  <a:srgbClr val="000000"/>
                </a:solidFill>
                <a:latin typeface="Arial"/>
                <a:ea typeface="DejaVu Sans"/>
              </a:rPr>
              <a:t>holds</a:t>
            </a:r>
            <a:r>
              <a:rPr b="0" lang="en-US" sz="2600" spc="-15" strike="noStrike">
                <a:solidFill>
                  <a:srgbClr val="000000"/>
                </a:solidFill>
                <a:latin typeface="Arial"/>
                <a:ea typeface="DejaVu Sans"/>
              </a:rPr>
              <a:t> </a:t>
            </a:r>
            <a:r>
              <a:rPr b="0" lang="en-US" sz="2600" spc="-1" strike="noStrike">
                <a:solidFill>
                  <a:srgbClr val="000000"/>
                </a:solidFill>
                <a:latin typeface="Arial"/>
                <a:ea typeface="DejaVu Sans"/>
              </a:rPr>
              <a:t>an integer</a:t>
            </a:r>
            <a:r>
              <a:rPr b="0" lang="en-US" sz="2600" spc="-7" strike="noStrike">
                <a:solidFill>
                  <a:srgbClr val="000000"/>
                </a:solidFill>
                <a:latin typeface="Arial"/>
                <a:ea typeface="DejaVu Sans"/>
              </a:rPr>
              <a:t> </a:t>
            </a:r>
            <a:r>
              <a:rPr b="0" lang="en-US" sz="2600" spc="-1" strike="noStrike">
                <a:solidFill>
                  <a:srgbClr val="000000"/>
                </a:solidFill>
                <a:latin typeface="Arial"/>
                <a:ea typeface="DejaVu Sans"/>
              </a:rPr>
              <a:t>value.</a:t>
            </a:r>
            <a:endParaRPr b="0" lang="en-US" sz="2600" spc="-1" strike="noStrike">
              <a:latin typeface="Arial"/>
            </a:endParaRPr>
          </a:p>
          <a:p>
            <a:pPr lvl="1" marL="870480" indent="-513360">
              <a:lnSpc>
                <a:spcPct val="100000"/>
              </a:lnSpc>
              <a:spcBef>
                <a:spcPts val="624"/>
              </a:spcBef>
              <a:buClr>
                <a:srgbClr val="669999"/>
              </a:buClr>
              <a:buSzPct val="69000"/>
              <a:buFont typeface="StarSymbol"/>
              <a:buAutoNum type="arabicPeriod"/>
              <a:tabLst>
                <a:tab algn="l" pos="870480"/>
                <a:tab algn="l" pos="871200"/>
              </a:tabLst>
            </a:pPr>
            <a:r>
              <a:rPr b="0" lang="en-US" sz="2600" spc="-1" strike="noStrike">
                <a:solidFill>
                  <a:srgbClr val="ff0000"/>
                </a:solidFill>
                <a:latin typeface="Arial"/>
                <a:ea typeface="DejaVu Sans"/>
              </a:rPr>
              <a:t>DoubleVar:</a:t>
            </a:r>
            <a:r>
              <a:rPr b="0" lang="en-US" sz="2600" spc="-15" strike="noStrike">
                <a:solidFill>
                  <a:srgbClr val="ff0000"/>
                </a:solidFill>
                <a:latin typeface="Arial"/>
                <a:ea typeface="DejaVu Sans"/>
              </a:rPr>
              <a:t> </a:t>
            </a:r>
            <a:r>
              <a:rPr b="0" lang="en-US" sz="2600" spc="-1" strike="noStrike">
                <a:solidFill>
                  <a:srgbClr val="000000"/>
                </a:solidFill>
                <a:latin typeface="Arial"/>
                <a:ea typeface="DejaVu Sans"/>
              </a:rPr>
              <a:t>This</a:t>
            </a:r>
            <a:r>
              <a:rPr b="0" lang="en-US" sz="2600" spc="-12" strike="noStrike">
                <a:solidFill>
                  <a:srgbClr val="000000"/>
                </a:solidFill>
                <a:latin typeface="Arial"/>
                <a:ea typeface="DejaVu Sans"/>
              </a:rPr>
              <a:t> </a:t>
            </a:r>
            <a:r>
              <a:rPr b="0" lang="en-US" sz="2600" spc="-1" strike="noStrike">
                <a:solidFill>
                  <a:srgbClr val="000000"/>
                </a:solidFill>
                <a:latin typeface="Arial"/>
                <a:ea typeface="DejaVu Sans"/>
              </a:rPr>
              <a:t>holds</a:t>
            </a:r>
            <a:r>
              <a:rPr b="0" lang="en-US" sz="2600" spc="-7" strike="noStrike">
                <a:solidFill>
                  <a:srgbClr val="000000"/>
                </a:solidFill>
                <a:latin typeface="Arial"/>
                <a:ea typeface="DejaVu Sans"/>
              </a:rPr>
              <a:t> </a:t>
            </a:r>
            <a:r>
              <a:rPr b="0" lang="en-US" sz="2600" spc="-1" strike="noStrike">
                <a:solidFill>
                  <a:srgbClr val="000000"/>
                </a:solidFill>
                <a:latin typeface="Arial"/>
                <a:ea typeface="DejaVu Sans"/>
              </a:rPr>
              <a:t>a double</a:t>
            </a:r>
            <a:r>
              <a:rPr b="0" lang="en-US" sz="2600" spc="4" strike="noStrike">
                <a:solidFill>
                  <a:srgbClr val="000000"/>
                </a:solidFill>
                <a:latin typeface="Arial"/>
                <a:ea typeface="DejaVu Sans"/>
              </a:rPr>
              <a:t> </a:t>
            </a:r>
            <a:r>
              <a:rPr b="0" lang="en-US" sz="2600" spc="-1" strike="noStrike">
                <a:solidFill>
                  <a:srgbClr val="000000"/>
                </a:solidFill>
                <a:latin typeface="Arial"/>
                <a:ea typeface="DejaVu Sans"/>
              </a:rPr>
              <a:t>value</a:t>
            </a:r>
            <a:r>
              <a:rPr b="0" lang="en-US" sz="2600" spc="-7" strike="noStrike">
                <a:solidFill>
                  <a:srgbClr val="000000"/>
                </a:solidFill>
                <a:latin typeface="Arial"/>
                <a:ea typeface="DejaVu Sans"/>
              </a:rPr>
              <a:t> </a:t>
            </a:r>
            <a:r>
              <a:rPr b="0" lang="en-US" sz="2600" spc="-1" strike="noStrike">
                <a:solidFill>
                  <a:srgbClr val="000000"/>
                </a:solidFill>
                <a:latin typeface="Arial"/>
                <a:ea typeface="DejaVu Sans"/>
              </a:rPr>
              <a:t>(a number</a:t>
            </a:r>
            <a:r>
              <a:rPr b="0" lang="en-US" sz="2600" spc="-15" strike="noStrike">
                <a:solidFill>
                  <a:srgbClr val="000000"/>
                </a:solidFill>
                <a:latin typeface="Arial"/>
                <a:ea typeface="DejaVu Sans"/>
              </a:rPr>
              <a:t> </a:t>
            </a:r>
            <a:r>
              <a:rPr b="0" lang="en-US" sz="2600" spc="-1" strike="noStrike">
                <a:solidFill>
                  <a:srgbClr val="000000"/>
                </a:solidFill>
                <a:latin typeface="Arial"/>
                <a:ea typeface="DejaVu Sans"/>
              </a:rPr>
              <a:t>with a</a:t>
            </a:r>
            <a:r>
              <a:rPr b="0" lang="en-US" sz="2600" spc="4" strike="noStrike">
                <a:solidFill>
                  <a:srgbClr val="000000"/>
                </a:solidFill>
                <a:latin typeface="Arial"/>
                <a:ea typeface="DejaVu Sans"/>
              </a:rPr>
              <a:t> </a:t>
            </a:r>
            <a:r>
              <a:rPr b="0" lang="en-US" sz="2600" spc="-1" strike="noStrike">
                <a:solidFill>
                  <a:srgbClr val="000000"/>
                </a:solidFill>
                <a:latin typeface="Arial"/>
                <a:ea typeface="DejaVu Sans"/>
              </a:rPr>
              <a:t>decimal</a:t>
            </a:r>
            <a:r>
              <a:rPr b="0" lang="en-US" sz="2600" spc="-21" strike="noStrike">
                <a:solidFill>
                  <a:srgbClr val="000000"/>
                </a:solidFill>
                <a:latin typeface="Arial"/>
                <a:ea typeface="DejaVu Sans"/>
              </a:rPr>
              <a:t> </a:t>
            </a:r>
            <a:r>
              <a:rPr b="0" lang="en-US" sz="2600" spc="-1" strike="noStrike">
                <a:solidFill>
                  <a:srgbClr val="000000"/>
                </a:solidFill>
                <a:latin typeface="Arial"/>
                <a:ea typeface="DejaVu Sans"/>
              </a:rPr>
              <a:t>place).</a:t>
            </a:r>
            <a:endParaRPr b="0" lang="en-US" sz="2600" spc="-1" strike="noStrike">
              <a:latin typeface="Arial"/>
            </a:endParaRPr>
          </a:p>
          <a:p>
            <a:pPr lvl="1" marL="870480" indent="-513360">
              <a:lnSpc>
                <a:spcPct val="100000"/>
              </a:lnSpc>
              <a:spcBef>
                <a:spcPts val="624"/>
              </a:spcBef>
              <a:buClr>
                <a:srgbClr val="669999"/>
              </a:buClr>
              <a:buSzPct val="69000"/>
              <a:buFont typeface="StarSymbol"/>
              <a:buAutoNum type="arabicPeriod"/>
              <a:tabLst>
                <a:tab algn="l" pos="870480"/>
                <a:tab algn="l" pos="871200"/>
              </a:tabLst>
            </a:pPr>
            <a:r>
              <a:rPr b="0" lang="en-US" sz="2600" spc="-1" strike="noStrike">
                <a:solidFill>
                  <a:srgbClr val="ff0000"/>
                </a:solidFill>
                <a:latin typeface="Arial"/>
                <a:ea typeface="DejaVu Sans"/>
              </a:rPr>
              <a:t>BooleanVar</a:t>
            </a:r>
            <a:r>
              <a:rPr b="0" lang="en-US" sz="2600" spc="-1" strike="noStrike">
                <a:solidFill>
                  <a:srgbClr val="000000"/>
                </a:solidFill>
                <a:latin typeface="Arial"/>
                <a:ea typeface="DejaVu Sans"/>
              </a:rPr>
              <a:t>:</a:t>
            </a:r>
            <a:r>
              <a:rPr b="0" lang="en-US" sz="2600" spc="-21" strike="noStrike">
                <a:solidFill>
                  <a:srgbClr val="000000"/>
                </a:solidFill>
                <a:latin typeface="Arial"/>
                <a:ea typeface="DejaVu Sans"/>
              </a:rPr>
              <a:t> </a:t>
            </a:r>
            <a:r>
              <a:rPr b="0" lang="en-US" sz="2600" spc="-1" strike="noStrike">
                <a:solidFill>
                  <a:srgbClr val="000000"/>
                </a:solidFill>
                <a:latin typeface="Arial"/>
                <a:ea typeface="DejaVu Sans"/>
              </a:rPr>
              <a:t>This</a:t>
            </a:r>
            <a:r>
              <a:rPr b="0" lang="en-US" sz="2600" spc="-15" strike="noStrike">
                <a:solidFill>
                  <a:srgbClr val="000000"/>
                </a:solidFill>
                <a:latin typeface="Arial"/>
                <a:ea typeface="DejaVu Sans"/>
              </a:rPr>
              <a:t> </a:t>
            </a:r>
            <a:r>
              <a:rPr b="0" lang="en-US" sz="2600" spc="-1" strike="noStrike">
                <a:solidFill>
                  <a:srgbClr val="000000"/>
                </a:solidFill>
                <a:latin typeface="Arial"/>
                <a:ea typeface="DejaVu Sans"/>
              </a:rPr>
              <a:t>holds</a:t>
            </a:r>
            <a:r>
              <a:rPr b="0" lang="en-US" sz="2600" spc="-12" strike="noStrike">
                <a:solidFill>
                  <a:srgbClr val="000000"/>
                </a:solidFill>
                <a:latin typeface="Arial"/>
                <a:ea typeface="DejaVu Sans"/>
              </a:rPr>
              <a:t> </a:t>
            </a:r>
            <a:r>
              <a:rPr b="0" lang="en-US" sz="2600" spc="-1" strike="noStrike">
                <a:solidFill>
                  <a:srgbClr val="000000"/>
                </a:solidFill>
                <a:latin typeface="Arial"/>
                <a:ea typeface="DejaVu Sans"/>
              </a:rPr>
              <a:t>a Boolean </a:t>
            </a:r>
            <a:r>
              <a:rPr b="0" lang="en-US" sz="2600" spc="-7" strike="noStrike">
                <a:solidFill>
                  <a:srgbClr val="000000"/>
                </a:solidFill>
                <a:latin typeface="Arial"/>
                <a:ea typeface="DejaVu Sans"/>
              </a:rPr>
              <a:t>to</a:t>
            </a:r>
            <a:r>
              <a:rPr b="0" lang="en-US" sz="2600" spc="-1" strike="noStrike">
                <a:solidFill>
                  <a:srgbClr val="000000"/>
                </a:solidFill>
                <a:latin typeface="Arial"/>
                <a:ea typeface="DejaVu Sans"/>
              </a:rPr>
              <a:t> act</a:t>
            </a:r>
            <a:r>
              <a:rPr b="0" lang="en-US" sz="2600" spc="-7" strike="noStrike">
                <a:solidFill>
                  <a:srgbClr val="000000"/>
                </a:solidFill>
                <a:latin typeface="Arial"/>
                <a:ea typeface="DejaVu Sans"/>
              </a:rPr>
              <a:t> </a:t>
            </a:r>
            <a:r>
              <a:rPr b="0" lang="en-US" sz="2600" spc="-1" strike="noStrike">
                <a:solidFill>
                  <a:srgbClr val="000000"/>
                </a:solidFill>
                <a:latin typeface="Arial"/>
                <a:ea typeface="DejaVu Sans"/>
              </a:rPr>
              <a:t>like a flag.</a:t>
            </a: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0" name="object 2" descr=""/>
          <p:cNvPicPr/>
          <p:nvPr/>
        </p:nvPicPr>
        <p:blipFill>
          <a:blip r:embed="rId1"/>
          <a:stretch/>
        </p:blipFill>
        <p:spPr>
          <a:xfrm>
            <a:off x="1680840" y="1167480"/>
            <a:ext cx="8733600" cy="4522320"/>
          </a:xfrm>
          <a:prstGeom prst="rect">
            <a:avLst/>
          </a:prstGeom>
          <a:ln>
            <a:noFill/>
          </a:ln>
        </p:spPr>
      </p:pic>
      <p:sp>
        <p:nvSpPr>
          <p:cNvPr id="411"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75D8455E-0530-4DA0-B773-27A9AEFEBCDC}"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2" name="object 2" descr=""/>
          <p:cNvPicPr/>
          <p:nvPr/>
        </p:nvPicPr>
        <p:blipFill>
          <a:blip r:embed="rId1"/>
          <a:stretch/>
        </p:blipFill>
        <p:spPr>
          <a:xfrm>
            <a:off x="4071960" y="198000"/>
            <a:ext cx="4046760" cy="2437200"/>
          </a:xfrm>
          <a:prstGeom prst="rect">
            <a:avLst/>
          </a:prstGeom>
          <a:ln>
            <a:noFill/>
          </a:ln>
        </p:spPr>
      </p:pic>
      <p:pic>
        <p:nvPicPr>
          <p:cNvPr id="413" name="object 3" descr=""/>
          <p:cNvPicPr/>
          <p:nvPr/>
        </p:nvPicPr>
        <p:blipFill>
          <a:blip r:embed="rId2"/>
          <a:stretch/>
        </p:blipFill>
        <p:spPr>
          <a:xfrm>
            <a:off x="359640" y="3735360"/>
            <a:ext cx="4179240" cy="2571480"/>
          </a:xfrm>
          <a:prstGeom prst="rect">
            <a:avLst/>
          </a:prstGeom>
          <a:ln>
            <a:noFill/>
          </a:ln>
        </p:spPr>
      </p:pic>
      <p:pic>
        <p:nvPicPr>
          <p:cNvPr id="414" name="object 4" descr=""/>
          <p:cNvPicPr/>
          <p:nvPr/>
        </p:nvPicPr>
        <p:blipFill>
          <a:blip r:embed="rId3"/>
          <a:stretch/>
        </p:blipFill>
        <p:spPr>
          <a:xfrm>
            <a:off x="7228440" y="3686400"/>
            <a:ext cx="4752360" cy="2560680"/>
          </a:xfrm>
          <a:prstGeom prst="rect">
            <a:avLst/>
          </a:prstGeom>
          <a:ln>
            <a:noFill/>
          </a:ln>
        </p:spPr>
      </p:pic>
      <p:grpSp>
        <p:nvGrpSpPr>
          <p:cNvPr id="415" name="Group 1"/>
          <p:cNvGrpSpPr/>
          <p:nvPr/>
        </p:nvGrpSpPr>
        <p:grpSpPr>
          <a:xfrm>
            <a:off x="2293560" y="2127600"/>
            <a:ext cx="2297160" cy="1784880"/>
            <a:chOff x="2293560" y="2127600"/>
            <a:chExt cx="2297160" cy="1784880"/>
          </a:xfrm>
        </p:grpSpPr>
        <p:pic>
          <p:nvPicPr>
            <p:cNvPr id="416" name="object 6" descr=""/>
            <p:cNvPicPr/>
            <p:nvPr/>
          </p:nvPicPr>
          <p:blipFill>
            <a:blip r:embed="rId4"/>
            <a:stretch/>
          </p:blipFill>
          <p:spPr>
            <a:xfrm>
              <a:off x="2293560" y="2127600"/>
              <a:ext cx="2297160" cy="1784880"/>
            </a:xfrm>
            <a:prstGeom prst="rect">
              <a:avLst/>
            </a:prstGeom>
            <a:ln>
              <a:noFill/>
            </a:ln>
          </p:spPr>
        </p:pic>
        <p:sp>
          <p:nvSpPr>
            <p:cNvPr id="417" name="CustomShape 2"/>
            <p:cNvSpPr/>
            <p:nvPr/>
          </p:nvSpPr>
          <p:spPr>
            <a:xfrm>
              <a:off x="2451240" y="2146680"/>
              <a:ext cx="2101320" cy="1589760"/>
            </a:xfrm>
            <a:custGeom>
              <a:avLst/>
              <a:gdLst/>
              <a:ahLst/>
              <a:rect l="l" t="t" r="r" b="b"/>
              <a:pathLst>
                <a:path w="2102485" h="1590675">
                  <a:moveTo>
                    <a:pt x="56895" y="1476248"/>
                  </a:moveTo>
                  <a:lnTo>
                    <a:pt x="0" y="1590675"/>
                  </a:lnTo>
                  <a:lnTo>
                    <a:pt x="125729" y="1567561"/>
                  </a:lnTo>
                  <a:lnTo>
                    <a:pt x="111369" y="1548511"/>
                  </a:lnTo>
                  <a:lnTo>
                    <a:pt x="87502" y="1548511"/>
                  </a:lnTo>
                  <a:lnTo>
                    <a:pt x="64643" y="1518158"/>
                  </a:lnTo>
                  <a:lnTo>
                    <a:pt x="79850" y="1506698"/>
                  </a:lnTo>
                  <a:lnTo>
                    <a:pt x="56895" y="1476248"/>
                  </a:lnTo>
                  <a:close/>
                  <a:moveTo>
                    <a:pt x="79850" y="1506698"/>
                  </a:moveTo>
                  <a:lnTo>
                    <a:pt x="64643" y="1518158"/>
                  </a:lnTo>
                  <a:lnTo>
                    <a:pt x="87502" y="1548511"/>
                  </a:lnTo>
                  <a:lnTo>
                    <a:pt x="102724" y="1537042"/>
                  </a:lnTo>
                  <a:lnTo>
                    <a:pt x="79850" y="1506698"/>
                  </a:lnTo>
                  <a:close/>
                  <a:moveTo>
                    <a:pt x="102724" y="1537042"/>
                  </a:moveTo>
                  <a:lnTo>
                    <a:pt x="87502" y="1548511"/>
                  </a:lnTo>
                  <a:lnTo>
                    <a:pt x="111369" y="1548511"/>
                  </a:lnTo>
                  <a:lnTo>
                    <a:pt x="102724" y="1537042"/>
                  </a:lnTo>
                  <a:close/>
                  <a:moveTo>
                    <a:pt x="2079244" y="0"/>
                  </a:moveTo>
                  <a:lnTo>
                    <a:pt x="79850" y="1506698"/>
                  </a:lnTo>
                  <a:lnTo>
                    <a:pt x="102724" y="1537042"/>
                  </a:lnTo>
                  <a:lnTo>
                    <a:pt x="2102231" y="30480"/>
                  </a:lnTo>
                  <a:lnTo>
                    <a:pt x="2079244" y="0"/>
                  </a:lnTo>
                  <a:close/>
                </a:path>
              </a:pathLst>
            </a:custGeom>
            <a:solidFill>
              <a:srgbClr val="ff0000"/>
            </a:solidFill>
            <a:ln>
              <a:noFill/>
            </a:ln>
          </p:spPr>
          <p:style>
            <a:lnRef idx="0"/>
            <a:fillRef idx="0"/>
            <a:effectRef idx="0"/>
            <a:fontRef idx="minor"/>
          </p:style>
        </p:sp>
      </p:grpSp>
      <p:grpSp>
        <p:nvGrpSpPr>
          <p:cNvPr id="418" name="Group 3"/>
          <p:cNvGrpSpPr/>
          <p:nvPr/>
        </p:nvGrpSpPr>
        <p:grpSpPr>
          <a:xfrm>
            <a:off x="7432560" y="2125800"/>
            <a:ext cx="2324520" cy="1736280"/>
            <a:chOff x="7432560" y="2125800"/>
            <a:chExt cx="2324520" cy="1736280"/>
          </a:xfrm>
        </p:grpSpPr>
        <p:pic>
          <p:nvPicPr>
            <p:cNvPr id="419" name="object 9" descr=""/>
            <p:cNvPicPr/>
            <p:nvPr/>
          </p:nvPicPr>
          <p:blipFill>
            <a:blip r:embed="rId5"/>
            <a:stretch/>
          </p:blipFill>
          <p:spPr>
            <a:xfrm>
              <a:off x="7432560" y="2125800"/>
              <a:ext cx="2324520" cy="1736280"/>
            </a:xfrm>
            <a:prstGeom prst="rect">
              <a:avLst/>
            </a:prstGeom>
            <a:ln>
              <a:noFill/>
            </a:ln>
          </p:spPr>
        </p:pic>
        <p:sp>
          <p:nvSpPr>
            <p:cNvPr id="420" name="CustomShape 4"/>
            <p:cNvSpPr/>
            <p:nvPr/>
          </p:nvSpPr>
          <p:spPr>
            <a:xfrm>
              <a:off x="7475400" y="2146320"/>
              <a:ext cx="2128680" cy="1540800"/>
            </a:xfrm>
            <a:custGeom>
              <a:avLst/>
              <a:gdLst/>
              <a:ahLst/>
              <a:rect l="l" t="t" r="r" b="b"/>
              <a:pathLst>
                <a:path w="2129790" h="1541779">
                  <a:moveTo>
                    <a:pt x="2025710" y="1490023"/>
                  </a:moveTo>
                  <a:lnTo>
                    <a:pt x="2003425" y="1520952"/>
                  </a:lnTo>
                  <a:lnTo>
                    <a:pt x="2129535" y="1541399"/>
                  </a:lnTo>
                  <a:lnTo>
                    <a:pt x="2108435" y="1501139"/>
                  </a:lnTo>
                  <a:lnTo>
                    <a:pt x="2041144" y="1501139"/>
                  </a:lnTo>
                  <a:lnTo>
                    <a:pt x="2025710" y="1490023"/>
                  </a:lnTo>
                  <a:close/>
                  <a:moveTo>
                    <a:pt x="2047943" y="1459167"/>
                  </a:moveTo>
                  <a:lnTo>
                    <a:pt x="2025710" y="1490023"/>
                  </a:lnTo>
                  <a:lnTo>
                    <a:pt x="2041144" y="1501139"/>
                  </a:lnTo>
                  <a:lnTo>
                    <a:pt x="2063369" y="1470279"/>
                  </a:lnTo>
                  <a:lnTo>
                    <a:pt x="2047943" y="1459167"/>
                  </a:lnTo>
                  <a:close/>
                  <a:moveTo>
                    <a:pt x="2070227" y="1428241"/>
                  </a:moveTo>
                  <a:lnTo>
                    <a:pt x="2047943" y="1459167"/>
                  </a:lnTo>
                  <a:lnTo>
                    <a:pt x="2063369" y="1470279"/>
                  </a:lnTo>
                  <a:lnTo>
                    <a:pt x="2041144" y="1501139"/>
                  </a:lnTo>
                  <a:lnTo>
                    <a:pt x="2108435" y="1501139"/>
                  </a:lnTo>
                  <a:lnTo>
                    <a:pt x="2070227" y="1428241"/>
                  </a:lnTo>
                  <a:close/>
                  <a:moveTo>
                    <a:pt x="22351" y="0"/>
                  </a:moveTo>
                  <a:lnTo>
                    <a:pt x="0" y="30987"/>
                  </a:lnTo>
                  <a:lnTo>
                    <a:pt x="2025710" y="1490023"/>
                  </a:lnTo>
                  <a:lnTo>
                    <a:pt x="2047943" y="1459167"/>
                  </a:lnTo>
                  <a:lnTo>
                    <a:pt x="22351" y="0"/>
                  </a:lnTo>
                  <a:close/>
                </a:path>
              </a:pathLst>
            </a:custGeom>
            <a:solidFill>
              <a:srgbClr val="ff0000"/>
            </a:solidFill>
            <a:ln>
              <a:noFill/>
            </a:ln>
          </p:spPr>
          <p:style>
            <a:lnRef idx="0"/>
            <a:fillRef idx="0"/>
            <a:effectRef idx="0"/>
            <a:fontRef idx="minor"/>
          </p:style>
        </p:sp>
      </p:grpSp>
      <p:sp>
        <p:nvSpPr>
          <p:cNvPr id="421" name="CustomShape 5"/>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51F27E28-853C-4B78-A2EB-15FFA3461CAA}"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2" name="object 2" descr=""/>
          <p:cNvPicPr/>
          <p:nvPr/>
        </p:nvPicPr>
        <p:blipFill>
          <a:blip r:embed="rId1"/>
          <a:stretch/>
        </p:blipFill>
        <p:spPr>
          <a:xfrm>
            <a:off x="452520" y="0"/>
            <a:ext cx="9114120" cy="6637320"/>
          </a:xfrm>
          <a:prstGeom prst="rect">
            <a:avLst/>
          </a:prstGeom>
          <a:ln>
            <a:noFill/>
          </a:ln>
        </p:spPr>
      </p:pic>
      <p:sp>
        <p:nvSpPr>
          <p:cNvPr id="423"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7A0CEFE2-BF4A-428F-BF43-3C69EBA9042E}"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4" name="object 2" descr=""/>
          <p:cNvPicPr/>
          <p:nvPr/>
        </p:nvPicPr>
        <p:blipFill>
          <a:blip r:embed="rId1"/>
          <a:stretch/>
        </p:blipFill>
        <p:spPr>
          <a:xfrm>
            <a:off x="4795920" y="279000"/>
            <a:ext cx="1865880" cy="1980000"/>
          </a:xfrm>
          <a:prstGeom prst="rect">
            <a:avLst/>
          </a:prstGeom>
          <a:ln>
            <a:noFill/>
          </a:ln>
        </p:spPr>
      </p:pic>
      <p:pic>
        <p:nvPicPr>
          <p:cNvPr id="425" name="object 3" descr=""/>
          <p:cNvPicPr/>
          <p:nvPr/>
        </p:nvPicPr>
        <p:blipFill>
          <a:blip r:embed="rId2"/>
          <a:stretch/>
        </p:blipFill>
        <p:spPr>
          <a:xfrm>
            <a:off x="1780200" y="3183480"/>
            <a:ext cx="1818720" cy="1952640"/>
          </a:xfrm>
          <a:prstGeom prst="rect">
            <a:avLst/>
          </a:prstGeom>
          <a:ln>
            <a:noFill/>
          </a:ln>
        </p:spPr>
      </p:pic>
      <p:pic>
        <p:nvPicPr>
          <p:cNvPr id="426" name="object 4" descr=""/>
          <p:cNvPicPr/>
          <p:nvPr/>
        </p:nvPicPr>
        <p:blipFill>
          <a:blip r:embed="rId3"/>
          <a:stretch/>
        </p:blipFill>
        <p:spPr>
          <a:xfrm>
            <a:off x="4820400" y="3145680"/>
            <a:ext cx="1816920" cy="1990800"/>
          </a:xfrm>
          <a:prstGeom prst="rect">
            <a:avLst/>
          </a:prstGeom>
          <a:ln>
            <a:noFill/>
          </a:ln>
        </p:spPr>
      </p:pic>
      <p:pic>
        <p:nvPicPr>
          <p:cNvPr id="427" name="object 5" descr=""/>
          <p:cNvPicPr/>
          <p:nvPr/>
        </p:nvPicPr>
        <p:blipFill>
          <a:blip r:embed="rId4"/>
          <a:stretch/>
        </p:blipFill>
        <p:spPr>
          <a:xfrm>
            <a:off x="8129160" y="3160800"/>
            <a:ext cx="1807920" cy="1980000"/>
          </a:xfrm>
          <a:prstGeom prst="rect">
            <a:avLst/>
          </a:prstGeom>
          <a:ln>
            <a:noFill/>
          </a:ln>
        </p:spPr>
      </p:pic>
      <p:grpSp>
        <p:nvGrpSpPr>
          <p:cNvPr id="428" name="Group 1"/>
          <p:cNvGrpSpPr/>
          <p:nvPr/>
        </p:nvGrpSpPr>
        <p:grpSpPr>
          <a:xfrm>
            <a:off x="2659320" y="1575720"/>
            <a:ext cx="2297160" cy="1784880"/>
            <a:chOff x="2659320" y="1575720"/>
            <a:chExt cx="2297160" cy="1784880"/>
          </a:xfrm>
        </p:grpSpPr>
        <p:pic>
          <p:nvPicPr>
            <p:cNvPr id="429" name="object 7" descr=""/>
            <p:cNvPicPr/>
            <p:nvPr/>
          </p:nvPicPr>
          <p:blipFill>
            <a:blip r:embed="rId5"/>
            <a:stretch/>
          </p:blipFill>
          <p:spPr>
            <a:xfrm>
              <a:off x="2659320" y="1575720"/>
              <a:ext cx="2297160" cy="1784880"/>
            </a:xfrm>
            <a:prstGeom prst="rect">
              <a:avLst/>
            </a:prstGeom>
            <a:ln>
              <a:noFill/>
            </a:ln>
          </p:spPr>
        </p:pic>
        <p:sp>
          <p:nvSpPr>
            <p:cNvPr id="430" name="CustomShape 2"/>
            <p:cNvSpPr/>
            <p:nvPr/>
          </p:nvSpPr>
          <p:spPr>
            <a:xfrm>
              <a:off x="2817000" y="1594800"/>
              <a:ext cx="2101320" cy="1589760"/>
            </a:xfrm>
            <a:custGeom>
              <a:avLst/>
              <a:gdLst/>
              <a:ahLst/>
              <a:rect l="l" t="t" r="r" b="b"/>
              <a:pathLst>
                <a:path w="2102485" h="1590675">
                  <a:moveTo>
                    <a:pt x="56896" y="1476248"/>
                  </a:moveTo>
                  <a:lnTo>
                    <a:pt x="0" y="1590675"/>
                  </a:lnTo>
                  <a:lnTo>
                    <a:pt x="125730" y="1567561"/>
                  </a:lnTo>
                  <a:lnTo>
                    <a:pt x="111369" y="1548511"/>
                  </a:lnTo>
                  <a:lnTo>
                    <a:pt x="87503" y="1548511"/>
                  </a:lnTo>
                  <a:lnTo>
                    <a:pt x="64643" y="1518158"/>
                  </a:lnTo>
                  <a:lnTo>
                    <a:pt x="79850" y="1506698"/>
                  </a:lnTo>
                  <a:lnTo>
                    <a:pt x="56896" y="1476248"/>
                  </a:lnTo>
                  <a:close/>
                  <a:moveTo>
                    <a:pt x="79850" y="1506698"/>
                  </a:moveTo>
                  <a:lnTo>
                    <a:pt x="64643" y="1518158"/>
                  </a:lnTo>
                  <a:lnTo>
                    <a:pt x="87503" y="1548511"/>
                  </a:lnTo>
                  <a:lnTo>
                    <a:pt x="102724" y="1537042"/>
                  </a:lnTo>
                  <a:lnTo>
                    <a:pt x="79850" y="1506698"/>
                  </a:lnTo>
                  <a:close/>
                  <a:moveTo>
                    <a:pt x="102724" y="1537042"/>
                  </a:moveTo>
                  <a:lnTo>
                    <a:pt x="87503" y="1548511"/>
                  </a:lnTo>
                  <a:lnTo>
                    <a:pt x="111369" y="1548511"/>
                  </a:lnTo>
                  <a:lnTo>
                    <a:pt x="102724" y="1537042"/>
                  </a:lnTo>
                  <a:close/>
                  <a:moveTo>
                    <a:pt x="2079244" y="0"/>
                  </a:moveTo>
                  <a:lnTo>
                    <a:pt x="79850" y="1506698"/>
                  </a:lnTo>
                  <a:lnTo>
                    <a:pt x="102724" y="1537042"/>
                  </a:lnTo>
                  <a:lnTo>
                    <a:pt x="2102231" y="30480"/>
                  </a:lnTo>
                  <a:lnTo>
                    <a:pt x="2079244" y="0"/>
                  </a:lnTo>
                  <a:close/>
                </a:path>
              </a:pathLst>
            </a:custGeom>
            <a:solidFill>
              <a:srgbClr val="ff0000"/>
            </a:solidFill>
            <a:ln>
              <a:noFill/>
            </a:ln>
          </p:spPr>
          <p:style>
            <a:lnRef idx="0"/>
            <a:fillRef idx="0"/>
            <a:effectRef idx="0"/>
            <a:fontRef idx="minor"/>
          </p:style>
        </p:sp>
      </p:grpSp>
      <p:grpSp>
        <p:nvGrpSpPr>
          <p:cNvPr id="431" name="Group 3"/>
          <p:cNvGrpSpPr/>
          <p:nvPr/>
        </p:nvGrpSpPr>
        <p:grpSpPr>
          <a:xfrm>
            <a:off x="5422320" y="1717560"/>
            <a:ext cx="309960" cy="1498680"/>
            <a:chOff x="5422320" y="1717560"/>
            <a:chExt cx="309960" cy="1498680"/>
          </a:xfrm>
        </p:grpSpPr>
        <p:pic>
          <p:nvPicPr>
            <p:cNvPr id="432" name="object 10" descr=""/>
            <p:cNvPicPr/>
            <p:nvPr/>
          </p:nvPicPr>
          <p:blipFill>
            <a:blip r:embed="rId6"/>
            <a:stretch/>
          </p:blipFill>
          <p:spPr>
            <a:xfrm>
              <a:off x="5422320" y="1717560"/>
              <a:ext cx="309960" cy="1498680"/>
            </a:xfrm>
            <a:prstGeom prst="rect">
              <a:avLst/>
            </a:prstGeom>
            <a:ln>
              <a:noFill/>
            </a:ln>
          </p:spPr>
        </p:pic>
        <p:sp>
          <p:nvSpPr>
            <p:cNvPr id="433" name="CustomShape 4"/>
            <p:cNvSpPr/>
            <p:nvPr/>
          </p:nvSpPr>
          <p:spPr>
            <a:xfrm>
              <a:off x="5525280" y="1737720"/>
              <a:ext cx="113400" cy="1302480"/>
            </a:xfrm>
            <a:custGeom>
              <a:avLst/>
              <a:gdLst/>
              <a:ahLst/>
              <a:rect l="l" t="t" r="r" b="b"/>
              <a:pathLst>
                <a:path w="114300" h="1303655">
                  <a:moveTo>
                    <a:pt x="0" y="1188085"/>
                  </a:moveTo>
                  <a:lnTo>
                    <a:pt x="54990" y="1303401"/>
                  </a:lnTo>
                  <a:lnTo>
                    <a:pt x="104552" y="1208532"/>
                  </a:lnTo>
                  <a:lnTo>
                    <a:pt x="75818" y="1208532"/>
                  </a:lnTo>
                  <a:lnTo>
                    <a:pt x="37718" y="1207770"/>
                  </a:lnTo>
                  <a:lnTo>
                    <a:pt x="38066" y="1188762"/>
                  </a:lnTo>
                  <a:lnTo>
                    <a:pt x="0" y="1188085"/>
                  </a:lnTo>
                  <a:close/>
                  <a:moveTo>
                    <a:pt x="38066" y="1188762"/>
                  </a:moveTo>
                  <a:lnTo>
                    <a:pt x="37718" y="1207770"/>
                  </a:lnTo>
                  <a:lnTo>
                    <a:pt x="75818" y="1208532"/>
                  </a:lnTo>
                  <a:lnTo>
                    <a:pt x="76166" y="1189440"/>
                  </a:lnTo>
                  <a:lnTo>
                    <a:pt x="38066" y="1188762"/>
                  </a:lnTo>
                  <a:close/>
                  <a:moveTo>
                    <a:pt x="76166" y="1189440"/>
                  </a:moveTo>
                  <a:lnTo>
                    <a:pt x="75818" y="1208532"/>
                  </a:lnTo>
                  <a:lnTo>
                    <a:pt x="104552" y="1208532"/>
                  </a:lnTo>
                  <a:lnTo>
                    <a:pt x="114173" y="1190117"/>
                  </a:lnTo>
                  <a:lnTo>
                    <a:pt x="76166" y="1189440"/>
                  </a:lnTo>
                  <a:close/>
                  <a:moveTo>
                    <a:pt x="59816" y="0"/>
                  </a:moveTo>
                  <a:lnTo>
                    <a:pt x="38066" y="1188762"/>
                  </a:lnTo>
                  <a:lnTo>
                    <a:pt x="76166" y="1189440"/>
                  </a:lnTo>
                  <a:lnTo>
                    <a:pt x="97789" y="762"/>
                  </a:lnTo>
                  <a:lnTo>
                    <a:pt x="59816" y="0"/>
                  </a:lnTo>
                  <a:close/>
                </a:path>
              </a:pathLst>
            </a:custGeom>
            <a:solidFill>
              <a:srgbClr val="ff0000"/>
            </a:solidFill>
            <a:ln>
              <a:noFill/>
            </a:ln>
          </p:spPr>
          <p:style>
            <a:lnRef idx="0"/>
            <a:fillRef idx="0"/>
            <a:effectRef idx="0"/>
            <a:fontRef idx="minor"/>
          </p:style>
        </p:sp>
      </p:grpSp>
      <p:grpSp>
        <p:nvGrpSpPr>
          <p:cNvPr id="434" name="Group 5"/>
          <p:cNvGrpSpPr/>
          <p:nvPr/>
        </p:nvGrpSpPr>
        <p:grpSpPr>
          <a:xfrm>
            <a:off x="6226920" y="1700640"/>
            <a:ext cx="2959920" cy="1635840"/>
            <a:chOff x="6226920" y="1700640"/>
            <a:chExt cx="2959920" cy="1635840"/>
          </a:xfrm>
        </p:grpSpPr>
        <p:pic>
          <p:nvPicPr>
            <p:cNvPr id="435" name="object 13" descr=""/>
            <p:cNvPicPr/>
            <p:nvPr/>
          </p:nvPicPr>
          <p:blipFill>
            <a:blip r:embed="rId7"/>
            <a:stretch/>
          </p:blipFill>
          <p:spPr>
            <a:xfrm>
              <a:off x="6226920" y="1700640"/>
              <a:ext cx="2959920" cy="1635840"/>
            </a:xfrm>
            <a:prstGeom prst="rect">
              <a:avLst/>
            </a:prstGeom>
            <a:ln>
              <a:noFill/>
            </a:ln>
          </p:spPr>
        </p:pic>
        <p:sp>
          <p:nvSpPr>
            <p:cNvPr id="436" name="CustomShape 6"/>
            <p:cNvSpPr/>
            <p:nvPr/>
          </p:nvSpPr>
          <p:spPr>
            <a:xfrm>
              <a:off x="6269400" y="1721160"/>
              <a:ext cx="2764440" cy="1439640"/>
            </a:xfrm>
            <a:custGeom>
              <a:avLst/>
              <a:gdLst/>
              <a:ahLst/>
              <a:rect l="l" t="t" r="r" b="b"/>
              <a:pathLst>
                <a:path w="2765425" h="1440814">
                  <a:moveTo>
                    <a:pt x="2654996" y="1405384"/>
                  </a:moveTo>
                  <a:lnTo>
                    <a:pt x="2637536" y="1439164"/>
                  </a:lnTo>
                  <a:lnTo>
                    <a:pt x="2765298" y="1440815"/>
                  </a:lnTo>
                  <a:lnTo>
                    <a:pt x="2745821" y="1414145"/>
                  </a:lnTo>
                  <a:lnTo>
                    <a:pt x="2671953" y="1414145"/>
                  </a:lnTo>
                  <a:lnTo>
                    <a:pt x="2654996" y="1405384"/>
                  </a:lnTo>
                  <a:close/>
                  <a:moveTo>
                    <a:pt x="2672496" y="1371528"/>
                  </a:moveTo>
                  <a:lnTo>
                    <a:pt x="2654996" y="1405384"/>
                  </a:lnTo>
                  <a:lnTo>
                    <a:pt x="2671953" y="1414145"/>
                  </a:lnTo>
                  <a:lnTo>
                    <a:pt x="2689352" y="1380236"/>
                  </a:lnTo>
                  <a:lnTo>
                    <a:pt x="2672496" y="1371528"/>
                  </a:lnTo>
                  <a:close/>
                  <a:moveTo>
                    <a:pt x="2689987" y="1337691"/>
                  </a:moveTo>
                  <a:lnTo>
                    <a:pt x="2672496" y="1371528"/>
                  </a:lnTo>
                  <a:lnTo>
                    <a:pt x="2689352" y="1380236"/>
                  </a:lnTo>
                  <a:lnTo>
                    <a:pt x="2671953" y="1414145"/>
                  </a:lnTo>
                  <a:lnTo>
                    <a:pt x="2745821" y="1414145"/>
                  </a:lnTo>
                  <a:lnTo>
                    <a:pt x="2689987" y="1337691"/>
                  </a:lnTo>
                  <a:close/>
                  <a:moveTo>
                    <a:pt x="17525" y="0"/>
                  </a:moveTo>
                  <a:lnTo>
                    <a:pt x="0" y="33782"/>
                  </a:lnTo>
                  <a:lnTo>
                    <a:pt x="2654996" y="1405384"/>
                  </a:lnTo>
                  <a:lnTo>
                    <a:pt x="2672496" y="1371528"/>
                  </a:lnTo>
                  <a:lnTo>
                    <a:pt x="17525" y="0"/>
                  </a:lnTo>
                  <a:close/>
                </a:path>
              </a:pathLst>
            </a:custGeom>
            <a:solidFill>
              <a:srgbClr val="ff0000"/>
            </a:solidFill>
            <a:ln>
              <a:noFill/>
            </a:ln>
          </p:spPr>
          <p:style>
            <a:lnRef idx="0"/>
            <a:fillRef idx="0"/>
            <a:effectRef idx="0"/>
            <a:fontRef idx="minor"/>
          </p:style>
        </p:sp>
      </p:grpSp>
      <p:sp>
        <p:nvSpPr>
          <p:cNvPr id="437" name="CustomShape 7"/>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D4BFC336-FD35-47F4-BEB3-7FECFA3B7771}"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8" name="object 2" descr=""/>
          <p:cNvPicPr/>
          <p:nvPr/>
        </p:nvPicPr>
        <p:blipFill>
          <a:blip r:embed="rId1"/>
          <a:stretch/>
        </p:blipFill>
        <p:spPr>
          <a:xfrm>
            <a:off x="94320" y="0"/>
            <a:ext cx="5803920" cy="3081600"/>
          </a:xfrm>
          <a:prstGeom prst="rect">
            <a:avLst/>
          </a:prstGeom>
          <a:ln>
            <a:noFill/>
          </a:ln>
        </p:spPr>
      </p:pic>
      <p:pic>
        <p:nvPicPr>
          <p:cNvPr id="439" name="object 3" descr=""/>
          <p:cNvPicPr/>
          <p:nvPr/>
        </p:nvPicPr>
        <p:blipFill>
          <a:blip r:embed="rId2"/>
          <a:stretch/>
        </p:blipFill>
        <p:spPr>
          <a:xfrm>
            <a:off x="264240" y="3539880"/>
            <a:ext cx="6967080" cy="2979360"/>
          </a:xfrm>
          <a:prstGeom prst="rect">
            <a:avLst/>
          </a:prstGeom>
          <a:ln>
            <a:noFill/>
          </a:ln>
        </p:spPr>
      </p:pic>
      <p:sp>
        <p:nvSpPr>
          <p:cNvPr id="440"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141BEB27-A274-416D-9559-F7ED3A20BC2C}"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CustomShape 1"/>
          <p:cNvSpPr/>
          <p:nvPr/>
        </p:nvSpPr>
        <p:spPr>
          <a:xfrm>
            <a:off x="609840" y="411480"/>
            <a:ext cx="584028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Getting </a:t>
            </a:r>
            <a:r>
              <a:rPr b="1" lang="en-US" sz="3900" spc="-7" strike="noStrike">
                <a:solidFill>
                  <a:srgbClr val="330066"/>
                </a:solidFill>
                <a:latin typeface="Arial"/>
                <a:ea typeface="DejaVu Sans"/>
              </a:rPr>
              <a:t>text</a:t>
            </a:r>
            <a:r>
              <a:rPr b="1" lang="en-US" sz="3900" spc="-1" strike="noStrike">
                <a:solidFill>
                  <a:srgbClr val="330066"/>
                </a:solidFill>
                <a:latin typeface="Arial"/>
                <a:ea typeface="DejaVu Sans"/>
              </a:rPr>
              <a:t> input -</a:t>
            </a:r>
            <a:r>
              <a:rPr b="1" lang="en-US" sz="3900" spc="-12" strike="noStrike">
                <a:solidFill>
                  <a:srgbClr val="330066"/>
                </a:solidFill>
                <a:latin typeface="Arial"/>
                <a:ea typeface="DejaVu Sans"/>
              </a:rPr>
              <a:t> </a:t>
            </a:r>
            <a:r>
              <a:rPr b="1" lang="en-US" sz="3900" spc="-1" strike="noStrike">
                <a:solidFill>
                  <a:srgbClr val="330066"/>
                </a:solidFill>
                <a:latin typeface="Arial"/>
                <a:ea typeface="DejaVu Sans"/>
              </a:rPr>
              <a:t>Entry</a:t>
            </a:r>
            <a:endParaRPr b="0" lang="en-US" sz="3900" spc="-1" strike="noStrike">
              <a:latin typeface="Arial"/>
            </a:endParaRPr>
          </a:p>
        </p:txBody>
      </p:sp>
      <p:sp>
        <p:nvSpPr>
          <p:cNvPr id="442"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05393182-EE0C-4931-805B-1BFDEE216F0B}"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443" name="CustomShape 3"/>
          <p:cNvSpPr/>
          <p:nvPr/>
        </p:nvSpPr>
        <p:spPr>
          <a:xfrm>
            <a:off x="688320" y="1379880"/>
            <a:ext cx="10712520" cy="1931040"/>
          </a:xfrm>
          <a:prstGeom prst="rect">
            <a:avLst/>
          </a:prstGeom>
          <a:noFill/>
          <a:ln>
            <a:noFill/>
          </a:ln>
        </p:spPr>
        <p:style>
          <a:lnRef idx="0"/>
          <a:fillRef idx="0"/>
          <a:effectRef idx="0"/>
          <a:fontRef idx="minor"/>
        </p:style>
        <p:txBody>
          <a:bodyPr lIns="0" rIns="0" tIns="12600" bIns="0">
            <a:spAutoFit/>
          </a:bodyPr>
          <a:p>
            <a:pPr marL="355680" indent="-342000">
              <a:lnSpc>
                <a:spcPct val="100000"/>
              </a:lnSpc>
              <a:spcBef>
                <a:spcPts val="99"/>
              </a:spcBef>
              <a:buClr>
                <a:srgbClr val="330066"/>
              </a:buClr>
              <a:buSzPct val="70000"/>
              <a:buFont typeface="Wingdings" charset="2"/>
              <a:buChar char=""/>
              <a:tabLst>
                <a:tab algn="l" pos="354960"/>
                <a:tab algn="l" pos="355680"/>
              </a:tabLst>
            </a:pPr>
            <a:r>
              <a:rPr b="0" lang="en-US" sz="3000" spc="-7" strike="noStrike">
                <a:solidFill>
                  <a:srgbClr val="000000"/>
                </a:solidFill>
                <a:latin typeface="Arial"/>
                <a:ea typeface="DejaVu Sans"/>
              </a:rPr>
              <a:t>An </a:t>
            </a:r>
            <a:r>
              <a:rPr b="0" lang="en-US" sz="3000" spc="-1" strike="noStrike">
                <a:solidFill>
                  <a:srgbClr val="ff0000"/>
                </a:solidFill>
                <a:latin typeface="Arial"/>
                <a:ea typeface="DejaVu Sans"/>
              </a:rPr>
              <a:t>Entry </a:t>
            </a:r>
            <a:r>
              <a:rPr b="0" lang="en-US" sz="3000" spc="-1" strike="noStrike">
                <a:solidFill>
                  <a:srgbClr val="000000"/>
                </a:solidFill>
                <a:latin typeface="Arial"/>
                <a:ea typeface="DejaVu Sans"/>
              </a:rPr>
              <a:t>widget</a:t>
            </a:r>
            <a:r>
              <a:rPr b="0" lang="en-US" sz="3000" spc="-21" strike="noStrike">
                <a:solidFill>
                  <a:srgbClr val="000000"/>
                </a:solidFill>
                <a:latin typeface="Arial"/>
                <a:ea typeface="DejaVu Sans"/>
              </a:rPr>
              <a:t> </a:t>
            </a:r>
            <a:r>
              <a:rPr b="0" lang="en-US" sz="3000" spc="-7" strike="noStrike">
                <a:solidFill>
                  <a:srgbClr val="000000"/>
                </a:solidFill>
                <a:latin typeface="Arial"/>
                <a:ea typeface="DejaVu Sans"/>
              </a:rPr>
              <a:t>is</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a</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one-line</a:t>
            </a:r>
            <a:r>
              <a:rPr b="0" lang="en-US" sz="3000" spc="-46" strike="noStrike">
                <a:solidFill>
                  <a:srgbClr val="000000"/>
                </a:solidFill>
                <a:latin typeface="Arial"/>
                <a:ea typeface="DejaVu Sans"/>
              </a:rPr>
              <a:t> </a:t>
            </a:r>
            <a:r>
              <a:rPr b="0" lang="en-US" sz="3000" spc="-1" strike="noStrike">
                <a:solidFill>
                  <a:srgbClr val="000000"/>
                </a:solidFill>
                <a:latin typeface="Arial"/>
                <a:ea typeface="DejaVu Sans"/>
              </a:rPr>
              <a:t>text </a:t>
            </a:r>
            <a:r>
              <a:rPr b="0" lang="en-US" sz="3000" spc="-7" strike="noStrike">
                <a:solidFill>
                  <a:srgbClr val="000000"/>
                </a:solidFill>
                <a:latin typeface="Arial"/>
                <a:ea typeface="DejaVu Sans"/>
              </a:rPr>
              <a:t>entry</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box</a:t>
            </a:r>
            <a:r>
              <a:rPr b="0" lang="en-US" sz="3000" spc="-1" strike="noStrike">
                <a:solidFill>
                  <a:srgbClr val="000000"/>
                </a:solidFill>
                <a:latin typeface="Arial"/>
                <a:ea typeface="DejaVu Sans"/>
              </a:rPr>
              <a:t> which</a:t>
            </a:r>
            <a:r>
              <a:rPr b="0" lang="en-US" sz="3000" spc="-32" strike="noStrike">
                <a:solidFill>
                  <a:srgbClr val="000000"/>
                </a:solidFill>
                <a:latin typeface="Arial"/>
                <a:ea typeface="DejaVu Sans"/>
              </a:rPr>
              <a:t> </a:t>
            </a:r>
            <a:r>
              <a:rPr b="0" lang="en-US" sz="3000" spc="-7" strike="noStrike">
                <a:solidFill>
                  <a:srgbClr val="000000"/>
                </a:solidFill>
                <a:latin typeface="Arial"/>
                <a:ea typeface="DejaVu Sans"/>
              </a:rPr>
              <a:t>is</a:t>
            </a:r>
            <a:r>
              <a:rPr b="0" lang="en-US" sz="3000" spc="-1" strike="noStrike">
                <a:solidFill>
                  <a:srgbClr val="000000"/>
                </a:solidFill>
                <a:latin typeface="Arial"/>
                <a:ea typeface="DejaVu Sans"/>
              </a:rPr>
              <a:t> put </a:t>
            </a:r>
            <a:r>
              <a:rPr b="0" lang="en-US" sz="3000" spc="-7" strike="noStrike">
                <a:solidFill>
                  <a:srgbClr val="000000"/>
                </a:solidFill>
                <a:latin typeface="Arial"/>
                <a:ea typeface="DejaVu Sans"/>
              </a:rPr>
              <a:t>into</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a </a:t>
            </a:r>
            <a:r>
              <a:rPr b="0" lang="en-US" sz="3000" spc="-817" strike="noStrike">
                <a:solidFill>
                  <a:srgbClr val="000000"/>
                </a:solidFill>
                <a:latin typeface="Arial"/>
                <a:ea typeface="DejaVu Sans"/>
              </a:rPr>
              <a:t> </a:t>
            </a:r>
            <a:r>
              <a:rPr b="0" lang="en-US" sz="3000" spc="-7" strike="noStrike">
                <a:solidFill>
                  <a:srgbClr val="000000"/>
                </a:solidFill>
                <a:latin typeface="Arial"/>
                <a:ea typeface="DejaVu Sans"/>
              </a:rPr>
              <a:t>parent</a:t>
            </a:r>
            <a:r>
              <a:rPr b="0" lang="en-US" sz="3000" spc="-1" strike="noStrike">
                <a:solidFill>
                  <a:srgbClr val="000000"/>
                </a:solidFill>
                <a:latin typeface="Arial"/>
                <a:ea typeface="DejaVu Sans"/>
              </a:rPr>
              <a:t> widget</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just</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like</a:t>
            </a:r>
            <a:r>
              <a:rPr b="0" lang="en-US" sz="3000" spc="-15" strike="noStrike">
                <a:solidFill>
                  <a:srgbClr val="000000"/>
                </a:solidFill>
                <a:latin typeface="Arial"/>
                <a:ea typeface="DejaVu Sans"/>
              </a:rPr>
              <a:t> </a:t>
            </a:r>
            <a:r>
              <a:rPr b="0" lang="en-US" sz="3000" spc="-7" strike="noStrike">
                <a:solidFill>
                  <a:srgbClr val="000000"/>
                </a:solidFill>
                <a:latin typeface="Arial"/>
                <a:ea typeface="DejaVu Sans"/>
              </a:rPr>
              <a:t>a</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Label</a:t>
            </a:r>
            <a:r>
              <a:rPr b="0" lang="en-US" sz="3000" spc="-26" strike="noStrike">
                <a:solidFill>
                  <a:srgbClr val="000000"/>
                </a:solidFill>
                <a:latin typeface="Arial"/>
                <a:ea typeface="DejaVu Sans"/>
              </a:rPr>
              <a:t> </a:t>
            </a:r>
            <a:r>
              <a:rPr b="0" lang="en-US" sz="3000" spc="-7" strike="noStrike">
                <a:solidFill>
                  <a:srgbClr val="000000"/>
                </a:solidFill>
                <a:latin typeface="Arial"/>
                <a:ea typeface="DejaVu Sans"/>
              </a:rPr>
              <a:t>or</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Button.</a:t>
            </a:r>
            <a:endParaRPr b="0" lang="en-US" sz="3000" spc="-1" strike="noStrike">
              <a:latin typeface="Arial"/>
            </a:endParaRPr>
          </a:p>
          <a:p>
            <a:pPr marL="355680" indent="-342000">
              <a:lnSpc>
                <a:spcPct val="100000"/>
              </a:lnSpc>
              <a:spcBef>
                <a:spcPts val="720"/>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The special</a:t>
            </a:r>
            <a:r>
              <a:rPr b="0" lang="en-US" sz="3000" spc="-26" strike="noStrike">
                <a:solidFill>
                  <a:srgbClr val="000000"/>
                </a:solidFill>
                <a:latin typeface="Arial"/>
                <a:ea typeface="DejaVu Sans"/>
              </a:rPr>
              <a:t> </a:t>
            </a:r>
            <a:r>
              <a:rPr b="0" lang="en-US" sz="3000" spc="-1" strike="noStrike">
                <a:solidFill>
                  <a:srgbClr val="000000"/>
                </a:solidFill>
                <a:latin typeface="Arial"/>
                <a:ea typeface="DejaVu Sans"/>
              </a:rPr>
              <a:t>Tkinter</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variables</a:t>
            </a:r>
            <a:r>
              <a:rPr b="0" lang="en-US" sz="3000" spc="-32" strike="noStrike">
                <a:solidFill>
                  <a:srgbClr val="000000"/>
                </a:solidFill>
                <a:latin typeface="Arial"/>
                <a:ea typeface="DejaVu Sans"/>
              </a:rPr>
              <a:t> </a:t>
            </a:r>
            <a:r>
              <a:rPr b="0" lang="en-US" sz="3000" spc="-7" strike="noStrike">
                <a:solidFill>
                  <a:srgbClr val="000000"/>
                </a:solidFill>
                <a:latin typeface="Arial"/>
                <a:ea typeface="DejaVu Sans"/>
              </a:rPr>
              <a:t>can</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be attached</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to </a:t>
            </a:r>
            <a:r>
              <a:rPr b="0" lang="en-US" sz="3000" spc="-1" strike="noStrike">
                <a:solidFill>
                  <a:srgbClr val="000000"/>
                </a:solidFill>
                <a:latin typeface="Arial"/>
                <a:ea typeface="DejaVu Sans"/>
              </a:rPr>
              <a:t>an Entry to </a:t>
            </a:r>
            <a:r>
              <a:rPr b="0" lang="en-US" sz="3000" spc="-820" strike="noStrike">
                <a:solidFill>
                  <a:srgbClr val="000000"/>
                </a:solidFill>
                <a:latin typeface="Arial"/>
                <a:ea typeface="DejaVu Sans"/>
              </a:rPr>
              <a:t> </a:t>
            </a:r>
            <a:r>
              <a:rPr b="0" lang="en-US" sz="3000" spc="-7" strike="noStrike">
                <a:solidFill>
                  <a:srgbClr val="000000"/>
                </a:solidFill>
                <a:latin typeface="Arial"/>
                <a:ea typeface="DejaVu Sans"/>
              </a:rPr>
              <a:t>make getting</a:t>
            </a:r>
            <a:r>
              <a:rPr b="0" lang="en-US" sz="3000" spc="-1" strike="noStrike">
                <a:solidFill>
                  <a:srgbClr val="000000"/>
                </a:solidFill>
                <a:latin typeface="Arial"/>
                <a:ea typeface="DejaVu Sans"/>
              </a:rPr>
              <a:t> the value</a:t>
            </a:r>
            <a:r>
              <a:rPr b="0" lang="en-US" sz="3000" spc="-26" strike="noStrike">
                <a:solidFill>
                  <a:srgbClr val="000000"/>
                </a:solidFill>
                <a:latin typeface="Arial"/>
                <a:ea typeface="DejaVu Sans"/>
              </a:rPr>
              <a:t> </a:t>
            </a:r>
            <a:r>
              <a:rPr b="0" lang="en-US" sz="3000" spc="-1" strike="noStrike">
                <a:solidFill>
                  <a:srgbClr val="000000"/>
                </a:solidFill>
                <a:latin typeface="Arial"/>
                <a:ea typeface="DejaVu Sans"/>
              </a:rPr>
              <a:t>out </a:t>
            </a:r>
            <a:r>
              <a:rPr b="0" lang="en-US" sz="3000" spc="-7" strike="noStrike">
                <a:solidFill>
                  <a:srgbClr val="000000"/>
                </a:solidFill>
                <a:latin typeface="Arial"/>
                <a:ea typeface="DejaVu Sans"/>
              </a:rPr>
              <a:t>a</a:t>
            </a:r>
            <a:r>
              <a:rPr b="0" lang="en-US" sz="3000" spc="-1" strike="noStrike">
                <a:solidFill>
                  <a:srgbClr val="000000"/>
                </a:solidFill>
                <a:latin typeface="Arial"/>
                <a:ea typeface="DejaVu Sans"/>
              </a:rPr>
              <a:t> breeze.</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4" name="object 2" descr=""/>
          <p:cNvPicPr/>
          <p:nvPr/>
        </p:nvPicPr>
        <p:blipFill>
          <a:blip r:embed="rId1"/>
          <a:stretch/>
        </p:blipFill>
        <p:spPr>
          <a:xfrm>
            <a:off x="4024800" y="82440"/>
            <a:ext cx="4484160" cy="2028960"/>
          </a:xfrm>
          <a:prstGeom prst="rect">
            <a:avLst/>
          </a:prstGeom>
          <a:ln>
            <a:noFill/>
          </a:ln>
        </p:spPr>
      </p:pic>
      <p:pic>
        <p:nvPicPr>
          <p:cNvPr id="445" name="object 3" descr=""/>
          <p:cNvPicPr/>
          <p:nvPr/>
        </p:nvPicPr>
        <p:blipFill>
          <a:blip r:embed="rId2"/>
          <a:stretch/>
        </p:blipFill>
        <p:spPr>
          <a:xfrm>
            <a:off x="205920" y="1194840"/>
            <a:ext cx="3510360" cy="1547280"/>
          </a:xfrm>
          <a:prstGeom prst="rect">
            <a:avLst/>
          </a:prstGeom>
          <a:ln>
            <a:noFill/>
          </a:ln>
        </p:spPr>
      </p:pic>
      <p:pic>
        <p:nvPicPr>
          <p:cNvPr id="446" name="object 4" descr=""/>
          <p:cNvPicPr/>
          <p:nvPr/>
        </p:nvPicPr>
        <p:blipFill>
          <a:blip r:embed="rId3"/>
          <a:stretch/>
        </p:blipFill>
        <p:spPr>
          <a:xfrm>
            <a:off x="205920" y="2848320"/>
            <a:ext cx="3479760" cy="1585440"/>
          </a:xfrm>
          <a:prstGeom prst="rect">
            <a:avLst/>
          </a:prstGeom>
          <a:ln>
            <a:noFill/>
          </a:ln>
        </p:spPr>
      </p:pic>
      <p:pic>
        <p:nvPicPr>
          <p:cNvPr id="447" name="object 5" descr=""/>
          <p:cNvPicPr/>
          <p:nvPr/>
        </p:nvPicPr>
        <p:blipFill>
          <a:blip r:embed="rId4"/>
          <a:stretch/>
        </p:blipFill>
        <p:spPr>
          <a:xfrm>
            <a:off x="129600" y="4638960"/>
            <a:ext cx="3556080" cy="1608120"/>
          </a:xfrm>
          <a:prstGeom prst="rect">
            <a:avLst/>
          </a:prstGeom>
          <a:ln>
            <a:noFill/>
          </a:ln>
        </p:spPr>
      </p:pic>
      <p:pic>
        <p:nvPicPr>
          <p:cNvPr id="448" name="object 6" descr=""/>
          <p:cNvPicPr/>
          <p:nvPr/>
        </p:nvPicPr>
        <p:blipFill>
          <a:blip r:embed="rId5"/>
          <a:stretch/>
        </p:blipFill>
        <p:spPr>
          <a:xfrm>
            <a:off x="7434000" y="4402800"/>
            <a:ext cx="4436640" cy="1999800"/>
          </a:xfrm>
          <a:prstGeom prst="rect">
            <a:avLst/>
          </a:prstGeom>
          <a:ln>
            <a:noFill/>
          </a:ln>
        </p:spPr>
      </p:pic>
      <p:pic>
        <p:nvPicPr>
          <p:cNvPr id="449" name="object 7" descr=""/>
          <p:cNvPicPr/>
          <p:nvPr/>
        </p:nvPicPr>
        <p:blipFill>
          <a:blip r:embed="rId6"/>
          <a:stretch/>
        </p:blipFill>
        <p:spPr>
          <a:xfrm>
            <a:off x="7434000" y="2243160"/>
            <a:ext cx="4436640" cy="2027520"/>
          </a:xfrm>
          <a:prstGeom prst="rect">
            <a:avLst/>
          </a:prstGeom>
          <a:ln>
            <a:noFill/>
          </a:ln>
        </p:spPr>
      </p:pic>
      <p:grpSp>
        <p:nvGrpSpPr>
          <p:cNvPr id="450" name="Group 1"/>
          <p:cNvGrpSpPr/>
          <p:nvPr/>
        </p:nvGrpSpPr>
        <p:grpSpPr>
          <a:xfrm>
            <a:off x="3529440" y="1408320"/>
            <a:ext cx="2533320" cy="3989880"/>
            <a:chOff x="3529440" y="1408320"/>
            <a:chExt cx="2533320" cy="3989880"/>
          </a:xfrm>
        </p:grpSpPr>
        <p:pic>
          <p:nvPicPr>
            <p:cNvPr id="451" name="object 9" descr=""/>
            <p:cNvPicPr/>
            <p:nvPr/>
          </p:nvPicPr>
          <p:blipFill>
            <a:blip r:embed="rId7"/>
            <a:stretch/>
          </p:blipFill>
          <p:spPr>
            <a:xfrm>
              <a:off x="4369320" y="1408320"/>
              <a:ext cx="1693440" cy="1616040"/>
            </a:xfrm>
            <a:prstGeom prst="rect">
              <a:avLst/>
            </a:prstGeom>
            <a:ln>
              <a:noFill/>
            </a:ln>
          </p:spPr>
        </p:pic>
        <p:sp>
          <p:nvSpPr>
            <p:cNvPr id="452" name="CustomShape 2"/>
            <p:cNvSpPr/>
            <p:nvPr/>
          </p:nvSpPr>
          <p:spPr>
            <a:xfrm>
              <a:off x="4527000" y="1427040"/>
              <a:ext cx="1498320" cy="1422000"/>
            </a:xfrm>
            <a:custGeom>
              <a:avLst/>
              <a:gdLst/>
              <a:ahLst/>
              <a:rect l="l" t="t" r="r" b="b"/>
              <a:pathLst>
                <a:path w="1499235" h="1423035">
                  <a:moveTo>
                    <a:pt x="43687" y="1302512"/>
                  </a:moveTo>
                  <a:lnTo>
                    <a:pt x="0" y="1422527"/>
                  </a:lnTo>
                  <a:lnTo>
                    <a:pt x="122300" y="1385442"/>
                  </a:lnTo>
                  <a:lnTo>
                    <a:pt x="108456" y="1370838"/>
                  </a:lnTo>
                  <a:lnTo>
                    <a:pt x="82169" y="1370838"/>
                  </a:lnTo>
                  <a:lnTo>
                    <a:pt x="56007" y="1343278"/>
                  </a:lnTo>
                  <a:lnTo>
                    <a:pt x="69871" y="1330133"/>
                  </a:lnTo>
                  <a:lnTo>
                    <a:pt x="43687" y="1302512"/>
                  </a:lnTo>
                  <a:close/>
                  <a:moveTo>
                    <a:pt x="69871" y="1330133"/>
                  </a:moveTo>
                  <a:lnTo>
                    <a:pt x="56007" y="1343278"/>
                  </a:lnTo>
                  <a:lnTo>
                    <a:pt x="82169" y="1370838"/>
                  </a:lnTo>
                  <a:lnTo>
                    <a:pt x="96014" y="1357712"/>
                  </a:lnTo>
                  <a:lnTo>
                    <a:pt x="69871" y="1330133"/>
                  </a:lnTo>
                  <a:close/>
                  <a:moveTo>
                    <a:pt x="96014" y="1357712"/>
                  </a:moveTo>
                  <a:lnTo>
                    <a:pt x="82169" y="1370838"/>
                  </a:lnTo>
                  <a:lnTo>
                    <a:pt x="108456" y="1370838"/>
                  </a:lnTo>
                  <a:lnTo>
                    <a:pt x="96014" y="1357712"/>
                  </a:lnTo>
                  <a:close/>
                  <a:moveTo>
                    <a:pt x="1472819" y="0"/>
                  </a:moveTo>
                  <a:lnTo>
                    <a:pt x="69871" y="1330133"/>
                  </a:lnTo>
                  <a:lnTo>
                    <a:pt x="96014" y="1357712"/>
                  </a:lnTo>
                  <a:lnTo>
                    <a:pt x="1498981" y="27686"/>
                  </a:lnTo>
                  <a:lnTo>
                    <a:pt x="1472819" y="0"/>
                  </a:lnTo>
                  <a:close/>
                </a:path>
              </a:pathLst>
            </a:custGeom>
            <a:solidFill>
              <a:srgbClr val="ff0000"/>
            </a:solidFill>
            <a:ln>
              <a:noFill/>
            </a:ln>
          </p:spPr>
          <p:style>
            <a:lnRef idx="0"/>
            <a:fillRef idx="0"/>
            <a:effectRef idx="0"/>
            <a:fontRef idx="minor"/>
          </p:style>
        </p:sp>
        <p:pic>
          <p:nvPicPr>
            <p:cNvPr id="453" name="object 11" descr=""/>
            <p:cNvPicPr/>
            <p:nvPr/>
          </p:nvPicPr>
          <p:blipFill>
            <a:blip r:embed="rId8"/>
            <a:stretch/>
          </p:blipFill>
          <p:spPr>
            <a:xfrm>
              <a:off x="3560040" y="2823840"/>
              <a:ext cx="1021680" cy="2574360"/>
            </a:xfrm>
            <a:prstGeom prst="rect">
              <a:avLst/>
            </a:prstGeom>
            <a:ln>
              <a:noFill/>
            </a:ln>
          </p:spPr>
        </p:pic>
        <p:sp>
          <p:nvSpPr>
            <p:cNvPr id="454" name="CustomShape 3"/>
            <p:cNvSpPr/>
            <p:nvPr/>
          </p:nvSpPr>
          <p:spPr>
            <a:xfrm>
              <a:off x="3700440" y="2842920"/>
              <a:ext cx="843480" cy="2379600"/>
            </a:xfrm>
            <a:custGeom>
              <a:avLst/>
              <a:gdLst/>
              <a:ahLst/>
              <a:rect l="l" t="t" r="r" b="b"/>
              <a:pathLst>
                <a:path w="844550" h="2380615">
                  <a:moveTo>
                    <a:pt x="0" y="2253996"/>
                  </a:moveTo>
                  <a:lnTo>
                    <a:pt x="17272" y="2380615"/>
                  </a:lnTo>
                  <a:lnTo>
                    <a:pt x="102408" y="2296667"/>
                  </a:lnTo>
                  <a:lnTo>
                    <a:pt x="66039" y="2296667"/>
                  </a:lnTo>
                  <a:lnTo>
                    <a:pt x="29972" y="2284348"/>
                  </a:lnTo>
                  <a:lnTo>
                    <a:pt x="36111" y="2266329"/>
                  </a:lnTo>
                  <a:lnTo>
                    <a:pt x="0" y="2253996"/>
                  </a:lnTo>
                  <a:close/>
                  <a:moveTo>
                    <a:pt x="36111" y="2266329"/>
                  </a:moveTo>
                  <a:lnTo>
                    <a:pt x="29972" y="2284348"/>
                  </a:lnTo>
                  <a:lnTo>
                    <a:pt x="66039" y="2296667"/>
                  </a:lnTo>
                  <a:lnTo>
                    <a:pt x="72179" y="2278648"/>
                  </a:lnTo>
                  <a:lnTo>
                    <a:pt x="36111" y="2266329"/>
                  </a:lnTo>
                  <a:close/>
                  <a:moveTo>
                    <a:pt x="72179" y="2278648"/>
                  </a:moveTo>
                  <a:lnTo>
                    <a:pt x="66039" y="2296667"/>
                  </a:lnTo>
                  <a:lnTo>
                    <a:pt x="102408" y="2296667"/>
                  </a:lnTo>
                  <a:lnTo>
                    <a:pt x="108203" y="2290953"/>
                  </a:lnTo>
                  <a:lnTo>
                    <a:pt x="72179" y="2278648"/>
                  </a:lnTo>
                  <a:close/>
                  <a:moveTo>
                    <a:pt x="808354" y="0"/>
                  </a:moveTo>
                  <a:lnTo>
                    <a:pt x="36111" y="2266329"/>
                  </a:lnTo>
                  <a:lnTo>
                    <a:pt x="72179" y="2278648"/>
                  </a:lnTo>
                  <a:lnTo>
                    <a:pt x="844423" y="12191"/>
                  </a:lnTo>
                  <a:lnTo>
                    <a:pt x="808354" y="0"/>
                  </a:lnTo>
                  <a:close/>
                </a:path>
              </a:pathLst>
            </a:custGeom>
            <a:solidFill>
              <a:srgbClr val="ff0000"/>
            </a:solidFill>
            <a:ln>
              <a:noFill/>
            </a:ln>
          </p:spPr>
          <p:style>
            <a:lnRef idx="0"/>
            <a:fillRef idx="0"/>
            <a:effectRef idx="0"/>
            <a:fontRef idx="minor"/>
          </p:style>
        </p:sp>
        <p:pic>
          <p:nvPicPr>
            <p:cNvPr id="455" name="object 13" descr=""/>
            <p:cNvPicPr/>
            <p:nvPr/>
          </p:nvPicPr>
          <p:blipFill>
            <a:blip r:embed="rId9"/>
            <a:stretch/>
          </p:blipFill>
          <p:spPr>
            <a:xfrm>
              <a:off x="3560040" y="1834920"/>
              <a:ext cx="1018440" cy="1087200"/>
            </a:xfrm>
            <a:prstGeom prst="rect">
              <a:avLst/>
            </a:prstGeom>
            <a:ln>
              <a:noFill/>
            </a:ln>
          </p:spPr>
        </p:pic>
        <p:sp>
          <p:nvSpPr>
            <p:cNvPr id="456" name="CustomShape 4"/>
            <p:cNvSpPr/>
            <p:nvPr/>
          </p:nvSpPr>
          <p:spPr>
            <a:xfrm>
              <a:off x="3717720" y="1969920"/>
              <a:ext cx="822600" cy="891720"/>
            </a:xfrm>
            <a:custGeom>
              <a:avLst/>
              <a:gdLst/>
              <a:ahLst/>
              <a:rect l="l" t="t" r="r" b="b"/>
              <a:pathLst>
                <a:path w="823595" h="892810">
                  <a:moveTo>
                    <a:pt x="91448" y="71239"/>
                  </a:moveTo>
                  <a:lnTo>
                    <a:pt x="63382" y="97019"/>
                  </a:lnTo>
                  <a:lnTo>
                    <a:pt x="795147" y="892301"/>
                  </a:lnTo>
                  <a:lnTo>
                    <a:pt x="823087" y="866520"/>
                  </a:lnTo>
                  <a:lnTo>
                    <a:pt x="91448" y="71239"/>
                  </a:lnTo>
                  <a:close/>
                  <a:moveTo>
                    <a:pt x="0" y="0"/>
                  </a:moveTo>
                  <a:lnTo>
                    <a:pt x="35305" y="122808"/>
                  </a:lnTo>
                  <a:lnTo>
                    <a:pt x="63382" y="97019"/>
                  </a:lnTo>
                  <a:lnTo>
                    <a:pt x="50418" y="82930"/>
                  </a:lnTo>
                  <a:lnTo>
                    <a:pt x="78486" y="57150"/>
                  </a:lnTo>
                  <a:lnTo>
                    <a:pt x="106786" y="57150"/>
                  </a:lnTo>
                  <a:lnTo>
                    <a:pt x="119506" y="45465"/>
                  </a:lnTo>
                  <a:lnTo>
                    <a:pt x="0" y="0"/>
                  </a:lnTo>
                  <a:close/>
                  <a:moveTo>
                    <a:pt x="78486" y="57150"/>
                  </a:moveTo>
                  <a:lnTo>
                    <a:pt x="50418" y="82930"/>
                  </a:lnTo>
                  <a:lnTo>
                    <a:pt x="63382" y="97019"/>
                  </a:lnTo>
                  <a:lnTo>
                    <a:pt x="91448" y="71239"/>
                  </a:lnTo>
                  <a:lnTo>
                    <a:pt x="78486" y="57150"/>
                  </a:lnTo>
                  <a:close/>
                  <a:moveTo>
                    <a:pt x="106786" y="57150"/>
                  </a:moveTo>
                  <a:lnTo>
                    <a:pt x="78486" y="57150"/>
                  </a:lnTo>
                  <a:lnTo>
                    <a:pt x="91448" y="71239"/>
                  </a:lnTo>
                  <a:lnTo>
                    <a:pt x="106786" y="57150"/>
                  </a:lnTo>
                  <a:close/>
                </a:path>
              </a:pathLst>
            </a:custGeom>
            <a:solidFill>
              <a:srgbClr val="ff0000"/>
            </a:solidFill>
            <a:ln>
              <a:noFill/>
            </a:ln>
          </p:spPr>
          <p:style>
            <a:lnRef idx="0"/>
            <a:fillRef idx="0"/>
            <a:effectRef idx="0"/>
            <a:fontRef idx="minor"/>
          </p:style>
        </p:sp>
        <p:pic>
          <p:nvPicPr>
            <p:cNvPr id="457" name="object 15" descr=""/>
            <p:cNvPicPr/>
            <p:nvPr/>
          </p:nvPicPr>
          <p:blipFill>
            <a:blip r:embed="rId10"/>
            <a:stretch/>
          </p:blipFill>
          <p:spPr>
            <a:xfrm>
              <a:off x="3529440" y="2816280"/>
              <a:ext cx="1047240" cy="1000080"/>
            </a:xfrm>
            <a:prstGeom prst="rect">
              <a:avLst/>
            </a:prstGeom>
            <a:ln>
              <a:noFill/>
            </a:ln>
          </p:spPr>
        </p:pic>
        <p:sp>
          <p:nvSpPr>
            <p:cNvPr id="458" name="CustomShape 5"/>
            <p:cNvSpPr/>
            <p:nvPr/>
          </p:nvSpPr>
          <p:spPr>
            <a:xfrm>
              <a:off x="3687480" y="2835360"/>
              <a:ext cx="851760" cy="806040"/>
            </a:xfrm>
            <a:custGeom>
              <a:avLst/>
              <a:gdLst/>
              <a:ahLst/>
              <a:rect l="l" t="t" r="r" b="b"/>
              <a:pathLst>
                <a:path w="852804" h="807085">
                  <a:moveTo>
                    <a:pt x="43815" y="686815"/>
                  </a:moveTo>
                  <a:lnTo>
                    <a:pt x="0" y="806957"/>
                  </a:lnTo>
                  <a:lnTo>
                    <a:pt x="122301" y="770001"/>
                  </a:lnTo>
                  <a:lnTo>
                    <a:pt x="108401" y="755269"/>
                  </a:lnTo>
                  <a:lnTo>
                    <a:pt x="82296" y="755269"/>
                  </a:lnTo>
                  <a:lnTo>
                    <a:pt x="56134" y="727583"/>
                  </a:lnTo>
                  <a:lnTo>
                    <a:pt x="69957" y="714523"/>
                  </a:lnTo>
                  <a:lnTo>
                    <a:pt x="43815" y="686815"/>
                  </a:lnTo>
                  <a:close/>
                  <a:moveTo>
                    <a:pt x="69957" y="714523"/>
                  </a:moveTo>
                  <a:lnTo>
                    <a:pt x="56134" y="727583"/>
                  </a:lnTo>
                  <a:lnTo>
                    <a:pt x="82296" y="755269"/>
                  </a:lnTo>
                  <a:lnTo>
                    <a:pt x="96098" y="742229"/>
                  </a:lnTo>
                  <a:lnTo>
                    <a:pt x="69957" y="714523"/>
                  </a:lnTo>
                  <a:close/>
                  <a:moveTo>
                    <a:pt x="96098" y="742229"/>
                  </a:moveTo>
                  <a:lnTo>
                    <a:pt x="82296" y="755269"/>
                  </a:lnTo>
                  <a:lnTo>
                    <a:pt x="108401" y="755269"/>
                  </a:lnTo>
                  <a:lnTo>
                    <a:pt x="96098" y="742229"/>
                  </a:lnTo>
                  <a:close/>
                  <a:moveTo>
                    <a:pt x="826262" y="0"/>
                  </a:moveTo>
                  <a:lnTo>
                    <a:pt x="69957" y="714523"/>
                  </a:lnTo>
                  <a:lnTo>
                    <a:pt x="96098" y="742229"/>
                  </a:lnTo>
                  <a:lnTo>
                    <a:pt x="852424" y="27686"/>
                  </a:lnTo>
                  <a:lnTo>
                    <a:pt x="826262" y="0"/>
                  </a:lnTo>
                  <a:close/>
                </a:path>
              </a:pathLst>
            </a:custGeom>
            <a:solidFill>
              <a:srgbClr val="ff0000"/>
            </a:solidFill>
            <a:ln>
              <a:noFill/>
            </a:ln>
          </p:spPr>
          <p:style>
            <a:lnRef idx="0"/>
            <a:fillRef idx="0"/>
            <a:effectRef idx="0"/>
            <a:fontRef idx="minor"/>
          </p:style>
        </p:sp>
      </p:grpSp>
      <p:grpSp>
        <p:nvGrpSpPr>
          <p:cNvPr id="459" name="Group 6"/>
          <p:cNvGrpSpPr/>
          <p:nvPr/>
        </p:nvGrpSpPr>
        <p:grpSpPr>
          <a:xfrm>
            <a:off x="6234840" y="1911240"/>
            <a:ext cx="1352160" cy="3486960"/>
            <a:chOff x="6234840" y="1911240"/>
            <a:chExt cx="1352160" cy="3486960"/>
          </a:xfrm>
        </p:grpSpPr>
        <p:pic>
          <p:nvPicPr>
            <p:cNvPr id="460" name="object 18" descr=""/>
            <p:cNvPicPr/>
            <p:nvPr/>
          </p:nvPicPr>
          <p:blipFill>
            <a:blip r:embed="rId11"/>
            <a:stretch/>
          </p:blipFill>
          <p:spPr>
            <a:xfrm>
              <a:off x="6263640" y="1911240"/>
              <a:ext cx="1323360" cy="1522800"/>
            </a:xfrm>
            <a:prstGeom prst="rect">
              <a:avLst/>
            </a:prstGeom>
            <a:ln>
              <a:noFill/>
            </a:ln>
          </p:spPr>
        </p:pic>
        <p:sp>
          <p:nvSpPr>
            <p:cNvPr id="461" name="CustomShape 7"/>
            <p:cNvSpPr/>
            <p:nvPr/>
          </p:nvSpPr>
          <p:spPr>
            <a:xfrm>
              <a:off x="6306480" y="1929960"/>
              <a:ext cx="1128600" cy="1328040"/>
            </a:xfrm>
            <a:custGeom>
              <a:avLst/>
              <a:gdLst/>
              <a:ahLst/>
              <a:rect l="l" t="t" r="r" b="b"/>
              <a:pathLst>
                <a:path w="1129665" h="1329054">
                  <a:moveTo>
                    <a:pt x="1040737" y="1253767"/>
                  </a:moveTo>
                  <a:lnTo>
                    <a:pt x="1011682" y="1278381"/>
                  </a:lnTo>
                  <a:lnTo>
                    <a:pt x="1129157" y="1328673"/>
                  </a:lnTo>
                  <a:lnTo>
                    <a:pt x="1114476" y="1268348"/>
                  </a:lnTo>
                  <a:lnTo>
                    <a:pt x="1053084" y="1268348"/>
                  </a:lnTo>
                  <a:lnTo>
                    <a:pt x="1040737" y="1253767"/>
                  </a:lnTo>
                  <a:close/>
                  <a:moveTo>
                    <a:pt x="1069819" y="1229130"/>
                  </a:moveTo>
                  <a:lnTo>
                    <a:pt x="1040737" y="1253767"/>
                  </a:lnTo>
                  <a:lnTo>
                    <a:pt x="1053084" y="1268348"/>
                  </a:lnTo>
                  <a:lnTo>
                    <a:pt x="1082166" y="1243710"/>
                  </a:lnTo>
                  <a:lnTo>
                    <a:pt x="1069819" y="1229130"/>
                  </a:lnTo>
                  <a:close/>
                  <a:moveTo>
                    <a:pt x="1098931" y="1204467"/>
                  </a:moveTo>
                  <a:lnTo>
                    <a:pt x="1069819" y="1229130"/>
                  </a:lnTo>
                  <a:lnTo>
                    <a:pt x="1082166" y="1243710"/>
                  </a:lnTo>
                  <a:lnTo>
                    <a:pt x="1053084" y="1268348"/>
                  </a:lnTo>
                  <a:lnTo>
                    <a:pt x="1114476" y="1268348"/>
                  </a:lnTo>
                  <a:lnTo>
                    <a:pt x="1098931" y="1204467"/>
                  </a:lnTo>
                  <a:close/>
                  <a:moveTo>
                    <a:pt x="28955" y="0"/>
                  </a:moveTo>
                  <a:lnTo>
                    <a:pt x="0" y="24637"/>
                  </a:lnTo>
                  <a:lnTo>
                    <a:pt x="1040737" y="1253767"/>
                  </a:lnTo>
                  <a:lnTo>
                    <a:pt x="1069819" y="1229130"/>
                  </a:lnTo>
                  <a:lnTo>
                    <a:pt x="28955" y="0"/>
                  </a:lnTo>
                  <a:close/>
                </a:path>
              </a:pathLst>
            </a:custGeom>
            <a:solidFill>
              <a:srgbClr val="ff0000"/>
            </a:solidFill>
            <a:ln>
              <a:noFill/>
            </a:ln>
          </p:spPr>
          <p:style>
            <a:lnRef idx="0"/>
            <a:fillRef idx="0"/>
            <a:effectRef idx="0"/>
            <a:fontRef idx="minor"/>
          </p:style>
        </p:sp>
        <p:pic>
          <p:nvPicPr>
            <p:cNvPr id="462" name="object 20" descr=""/>
            <p:cNvPicPr/>
            <p:nvPr/>
          </p:nvPicPr>
          <p:blipFill>
            <a:blip r:embed="rId12"/>
            <a:stretch/>
          </p:blipFill>
          <p:spPr>
            <a:xfrm>
              <a:off x="6234840" y="1942920"/>
              <a:ext cx="1352160" cy="3455280"/>
            </a:xfrm>
            <a:prstGeom prst="rect">
              <a:avLst/>
            </a:prstGeom>
            <a:ln>
              <a:noFill/>
            </a:ln>
          </p:spPr>
        </p:pic>
        <p:sp>
          <p:nvSpPr>
            <p:cNvPr id="463" name="CustomShape 8"/>
            <p:cNvSpPr/>
            <p:nvPr/>
          </p:nvSpPr>
          <p:spPr>
            <a:xfrm>
              <a:off x="6276960" y="1963440"/>
              <a:ext cx="1173600" cy="3259800"/>
            </a:xfrm>
            <a:custGeom>
              <a:avLst/>
              <a:gdLst/>
              <a:ahLst/>
              <a:rect l="l" t="t" r="r" b="b"/>
              <a:pathLst>
                <a:path w="1174750" h="3260725">
                  <a:moveTo>
                    <a:pt x="1102767" y="3158737"/>
                  </a:moveTo>
                  <a:lnTo>
                    <a:pt x="1066927" y="3171316"/>
                  </a:lnTo>
                  <a:lnTo>
                    <a:pt x="1158621" y="3260343"/>
                  </a:lnTo>
                  <a:lnTo>
                    <a:pt x="1169244" y="3176778"/>
                  </a:lnTo>
                  <a:lnTo>
                    <a:pt x="1109091" y="3176778"/>
                  </a:lnTo>
                  <a:lnTo>
                    <a:pt x="1102767" y="3158737"/>
                  </a:lnTo>
                  <a:close/>
                  <a:moveTo>
                    <a:pt x="1138847" y="3146072"/>
                  </a:moveTo>
                  <a:lnTo>
                    <a:pt x="1102767" y="3158737"/>
                  </a:lnTo>
                  <a:lnTo>
                    <a:pt x="1109091" y="3176778"/>
                  </a:lnTo>
                  <a:lnTo>
                    <a:pt x="1145158" y="3164078"/>
                  </a:lnTo>
                  <a:lnTo>
                    <a:pt x="1138847" y="3146072"/>
                  </a:lnTo>
                  <a:close/>
                  <a:moveTo>
                    <a:pt x="1174750" y="3133471"/>
                  </a:moveTo>
                  <a:lnTo>
                    <a:pt x="1138847" y="3146072"/>
                  </a:lnTo>
                  <a:lnTo>
                    <a:pt x="1145158" y="3164078"/>
                  </a:lnTo>
                  <a:lnTo>
                    <a:pt x="1109091" y="3176778"/>
                  </a:lnTo>
                  <a:lnTo>
                    <a:pt x="1169244" y="3176778"/>
                  </a:lnTo>
                  <a:lnTo>
                    <a:pt x="1174750" y="3133471"/>
                  </a:lnTo>
                  <a:close/>
                  <a:moveTo>
                    <a:pt x="36067" y="0"/>
                  </a:moveTo>
                  <a:lnTo>
                    <a:pt x="0" y="12700"/>
                  </a:lnTo>
                  <a:lnTo>
                    <a:pt x="1102767" y="3158737"/>
                  </a:lnTo>
                  <a:lnTo>
                    <a:pt x="1138847" y="3146072"/>
                  </a:lnTo>
                  <a:lnTo>
                    <a:pt x="36067" y="0"/>
                  </a:lnTo>
                  <a:close/>
                </a:path>
              </a:pathLst>
            </a:custGeom>
            <a:solidFill>
              <a:srgbClr val="ff0000"/>
            </a:solidFill>
            <a:ln>
              <a:noFill/>
            </a:ln>
          </p:spPr>
          <p:style>
            <a:lnRef idx="0"/>
            <a:fillRef idx="0"/>
            <a:effectRef idx="0"/>
            <a:fontRef idx="minor"/>
          </p:style>
        </p:sp>
      </p:grpSp>
      <p:sp>
        <p:nvSpPr>
          <p:cNvPr id="464" name="CustomShape 9"/>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3A7F3A30-BDF9-4E01-ABA6-6E3B867B14B9}"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65" name="Group 1"/>
          <p:cNvGrpSpPr/>
          <p:nvPr/>
        </p:nvGrpSpPr>
        <p:grpSpPr>
          <a:xfrm>
            <a:off x="4834080" y="3174480"/>
            <a:ext cx="7356960" cy="3682440"/>
            <a:chOff x="4834080" y="3174480"/>
            <a:chExt cx="7356960" cy="3682440"/>
          </a:xfrm>
        </p:grpSpPr>
        <p:pic>
          <p:nvPicPr>
            <p:cNvPr id="466" name="object 3" descr=""/>
            <p:cNvPicPr/>
            <p:nvPr/>
          </p:nvPicPr>
          <p:blipFill>
            <a:blip r:embed="rId1"/>
            <a:stretch/>
          </p:blipFill>
          <p:spPr>
            <a:xfrm>
              <a:off x="4834080" y="3174480"/>
              <a:ext cx="7356960" cy="3682440"/>
            </a:xfrm>
            <a:prstGeom prst="rect">
              <a:avLst/>
            </a:prstGeom>
            <a:ln>
              <a:noFill/>
            </a:ln>
          </p:spPr>
        </p:pic>
        <p:pic>
          <p:nvPicPr>
            <p:cNvPr id="467" name="object 4" descr=""/>
            <p:cNvPicPr/>
            <p:nvPr/>
          </p:nvPicPr>
          <p:blipFill>
            <a:blip r:embed="rId2"/>
            <a:stretch/>
          </p:blipFill>
          <p:spPr>
            <a:xfrm>
              <a:off x="5178600" y="3519000"/>
              <a:ext cx="6885720" cy="3337920"/>
            </a:xfrm>
            <a:prstGeom prst="rect">
              <a:avLst/>
            </a:prstGeom>
            <a:ln>
              <a:noFill/>
            </a:ln>
          </p:spPr>
        </p:pic>
      </p:grpSp>
      <p:sp>
        <p:nvSpPr>
          <p:cNvPr id="468" name="CustomShape 2"/>
          <p:cNvSpPr/>
          <p:nvPr/>
        </p:nvSpPr>
        <p:spPr>
          <a:xfrm>
            <a:off x="5133960" y="3474360"/>
            <a:ext cx="6975000" cy="3382920"/>
          </a:xfrm>
          <a:custGeom>
            <a:avLst/>
            <a:gdLst/>
            <a:ahLst/>
            <a:rect l="l" t="t" r="r" b="b"/>
            <a:pathLst>
              <a:path w="6976109" h="3383915">
                <a:moveTo>
                  <a:pt x="606933" y="0"/>
                </a:moveTo>
                <a:lnTo>
                  <a:pt x="6975856" y="0"/>
                </a:lnTo>
                <a:lnTo>
                  <a:pt x="6975856" y="2862541"/>
                </a:lnTo>
                <a:lnTo>
                  <a:pt x="6972934" y="2923527"/>
                </a:lnTo>
                <a:lnTo>
                  <a:pt x="6963537" y="2983966"/>
                </a:lnTo>
                <a:lnTo>
                  <a:pt x="6948551" y="3042018"/>
                </a:lnTo>
                <a:lnTo>
                  <a:pt x="6928358" y="3098177"/>
                </a:lnTo>
                <a:lnTo>
                  <a:pt x="6902704" y="3151416"/>
                </a:lnTo>
                <a:lnTo>
                  <a:pt x="6872224" y="3201543"/>
                </a:lnTo>
                <a:lnTo>
                  <a:pt x="6837045" y="3248240"/>
                </a:lnTo>
                <a:lnTo>
                  <a:pt x="6797802" y="3291314"/>
                </a:lnTo>
                <a:lnTo>
                  <a:pt x="6755003" y="3330731"/>
                </a:lnTo>
                <a:lnTo>
                  <a:pt x="6708267" y="3365427"/>
                </a:lnTo>
                <a:lnTo>
                  <a:pt x="6678856" y="3383534"/>
                </a:lnTo>
                <a:moveTo>
                  <a:pt x="0" y="3383534"/>
                </a:moveTo>
                <a:lnTo>
                  <a:pt x="0" y="606933"/>
                </a:lnTo>
                <a:lnTo>
                  <a:pt x="2921" y="545973"/>
                </a:lnTo>
                <a:lnTo>
                  <a:pt x="12319" y="485521"/>
                </a:lnTo>
                <a:lnTo>
                  <a:pt x="27305" y="427355"/>
                </a:lnTo>
                <a:lnTo>
                  <a:pt x="47878" y="371348"/>
                </a:lnTo>
                <a:lnTo>
                  <a:pt x="73151" y="318008"/>
                </a:lnTo>
                <a:lnTo>
                  <a:pt x="104012" y="267970"/>
                </a:lnTo>
                <a:lnTo>
                  <a:pt x="138684" y="221361"/>
                </a:lnTo>
                <a:lnTo>
                  <a:pt x="178053" y="178054"/>
                </a:lnTo>
                <a:lnTo>
                  <a:pt x="221361" y="138684"/>
                </a:lnTo>
                <a:lnTo>
                  <a:pt x="267970" y="104012"/>
                </a:lnTo>
                <a:lnTo>
                  <a:pt x="318008" y="73151"/>
                </a:lnTo>
                <a:lnTo>
                  <a:pt x="371348" y="47879"/>
                </a:lnTo>
                <a:lnTo>
                  <a:pt x="427355" y="27305"/>
                </a:lnTo>
                <a:lnTo>
                  <a:pt x="485521" y="12319"/>
                </a:lnTo>
                <a:lnTo>
                  <a:pt x="545973" y="2921"/>
                </a:lnTo>
                <a:lnTo>
                  <a:pt x="606933" y="0"/>
                </a:lnTo>
              </a:path>
            </a:pathLst>
          </a:custGeom>
          <a:noFill/>
          <a:ln w="88920">
            <a:solidFill>
              <a:srgbClr val="ffffff"/>
            </a:solidFill>
            <a:round/>
          </a:ln>
        </p:spPr>
        <p:style>
          <a:lnRef idx="0"/>
          <a:fillRef idx="0"/>
          <a:effectRef idx="0"/>
          <a:fontRef idx="minor"/>
        </p:style>
      </p:sp>
      <p:grpSp>
        <p:nvGrpSpPr>
          <p:cNvPr id="469" name="Group 3"/>
          <p:cNvGrpSpPr/>
          <p:nvPr/>
        </p:nvGrpSpPr>
        <p:grpSpPr>
          <a:xfrm>
            <a:off x="0" y="0"/>
            <a:ext cx="5301720" cy="4523040"/>
            <a:chOff x="0" y="0"/>
            <a:chExt cx="5301720" cy="4523040"/>
          </a:xfrm>
        </p:grpSpPr>
        <p:pic>
          <p:nvPicPr>
            <p:cNvPr id="470" name="object 7" descr=""/>
            <p:cNvPicPr/>
            <p:nvPr/>
          </p:nvPicPr>
          <p:blipFill>
            <a:blip r:embed="rId3"/>
            <a:stretch/>
          </p:blipFill>
          <p:spPr>
            <a:xfrm>
              <a:off x="0" y="0"/>
              <a:ext cx="5301720" cy="4523040"/>
            </a:xfrm>
            <a:prstGeom prst="rect">
              <a:avLst/>
            </a:prstGeom>
            <a:ln>
              <a:noFill/>
            </a:ln>
          </p:spPr>
        </p:pic>
        <p:pic>
          <p:nvPicPr>
            <p:cNvPr id="471" name="object 8" descr=""/>
            <p:cNvPicPr/>
            <p:nvPr/>
          </p:nvPicPr>
          <p:blipFill>
            <a:blip r:embed="rId4"/>
            <a:stretch/>
          </p:blipFill>
          <p:spPr>
            <a:xfrm>
              <a:off x="68760" y="0"/>
              <a:ext cx="4903200" cy="4194360"/>
            </a:xfrm>
            <a:prstGeom prst="rect">
              <a:avLst/>
            </a:prstGeom>
            <a:ln>
              <a:noFill/>
            </a:ln>
          </p:spPr>
        </p:pic>
      </p:grpSp>
      <p:sp>
        <p:nvSpPr>
          <p:cNvPr id="472" name="CustomShape 4"/>
          <p:cNvSpPr/>
          <p:nvPr/>
        </p:nvSpPr>
        <p:spPr>
          <a:xfrm>
            <a:off x="24120" y="720"/>
            <a:ext cx="4992480" cy="4238640"/>
          </a:xfrm>
          <a:custGeom>
            <a:avLst/>
            <a:gdLst/>
            <a:ahLst/>
            <a:rect l="l" t="t" r="r" b="b"/>
            <a:pathLst>
              <a:path w="4993640" h="4239895">
                <a:moveTo>
                  <a:pt x="4993513" y="0"/>
                </a:moveTo>
                <a:lnTo>
                  <a:pt x="4993513" y="3496821"/>
                </a:lnTo>
                <a:lnTo>
                  <a:pt x="4989703" y="3571624"/>
                </a:lnTo>
                <a:lnTo>
                  <a:pt x="4978400" y="3645538"/>
                </a:lnTo>
                <a:lnTo>
                  <a:pt x="4960239" y="3716785"/>
                </a:lnTo>
                <a:lnTo>
                  <a:pt x="4935220" y="3785365"/>
                </a:lnTo>
                <a:lnTo>
                  <a:pt x="4903597" y="3850389"/>
                </a:lnTo>
                <a:lnTo>
                  <a:pt x="4866513" y="3911476"/>
                </a:lnTo>
                <a:lnTo>
                  <a:pt x="4823841" y="3968880"/>
                </a:lnTo>
                <a:lnTo>
                  <a:pt x="4775708" y="4021712"/>
                </a:lnTo>
                <a:lnTo>
                  <a:pt x="4722876" y="4069845"/>
                </a:lnTo>
                <a:lnTo>
                  <a:pt x="4665472" y="4112517"/>
                </a:lnTo>
                <a:lnTo>
                  <a:pt x="4604385" y="4149474"/>
                </a:lnTo>
                <a:lnTo>
                  <a:pt x="4539361" y="4181224"/>
                </a:lnTo>
                <a:lnTo>
                  <a:pt x="4470781" y="4206116"/>
                </a:lnTo>
                <a:lnTo>
                  <a:pt x="4399534" y="4224277"/>
                </a:lnTo>
                <a:lnTo>
                  <a:pt x="4325747" y="4235707"/>
                </a:lnTo>
                <a:lnTo>
                  <a:pt x="4250817" y="4239390"/>
                </a:lnTo>
                <a:lnTo>
                  <a:pt x="0" y="4239390"/>
                </a:lnTo>
                <a:lnTo>
                  <a:pt x="0" y="697487"/>
                </a:lnTo>
                <a:lnTo>
                  <a:pt x="3742" y="622557"/>
                </a:lnTo>
                <a:lnTo>
                  <a:pt x="15133" y="548770"/>
                </a:lnTo>
                <a:lnTo>
                  <a:pt x="33275" y="477396"/>
                </a:lnTo>
                <a:lnTo>
                  <a:pt x="58243" y="408943"/>
                </a:lnTo>
                <a:lnTo>
                  <a:pt x="89919" y="343792"/>
                </a:lnTo>
                <a:lnTo>
                  <a:pt x="126987" y="282832"/>
                </a:lnTo>
                <a:lnTo>
                  <a:pt x="169646" y="225301"/>
                </a:lnTo>
                <a:lnTo>
                  <a:pt x="217779" y="172596"/>
                </a:lnTo>
                <a:lnTo>
                  <a:pt x="270548" y="124463"/>
                </a:lnTo>
                <a:lnTo>
                  <a:pt x="327990" y="81791"/>
                </a:lnTo>
                <a:lnTo>
                  <a:pt x="389064" y="44707"/>
                </a:lnTo>
                <a:lnTo>
                  <a:pt x="454101" y="13084"/>
                </a:lnTo>
                <a:lnTo>
                  <a:pt x="489959" y="0"/>
                </a:lnTo>
              </a:path>
            </a:pathLst>
          </a:custGeom>
          <a:noFill/>
          <a:ln w="88920">
            <a:solidFill>
              <a:srgbClr val="ffffff"/>
            </a:solidFill>
            <a:round/>
          </a:ln>
        </p:spPr>
        <p:style>
          <a:lnRef idx="0"/>
          <a:fillRef idx="0"/>
          <a:effectRef idx="0"/>
          <a:fontRef idx="minor"/>
        </p:style>
      </p:sp>
      <p:sp>
        <p:nvSpPr>
          <p:cNvPr id="473" name="CustomShape 5"/>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2FBB9D1A-014F-4CAC-BAC8-8D61E77B6690}"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CustomShape 1"/>
          <p:cNvSpPr/>
          <p:nvPr/>
        </p:nvSpPr>
        <p:spPr>
          <a:xfrm>
            <a:off x="609840" y="411480"/>
            <a:ext cx="1014048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The</a:t>
            </a:r>
            <a:r>
              <a:rPr b="1" lang="en-US" sz="3900" spc="4" strike="noStrike">
                <a:solidFill>
                  <a:srgbClr val="330066"/>
                </a:solidFill>
                <a:latin typeface="Arial"/>
                <a:ea typeface="DejaVu Sans"/>
              </a:rPr>
              <a:t> </a:t>
            </a:r>
            <a:r>
              <a:rPr b="1" lang="en-US" sz="3900" spc="-7" strike="noStrike">
                <a:solidFill>
                  <a:srgbClr val="330066"/>
                </a:solidFill>
                <a:latin typeface="Arial"/>
                <a:ea typeface="DejaVu Sans"/>
              </a:rPr>
              <a:t>Checkbutton</a:t>
            </a:r>
            <a:r>
              <a:rPr b="1" lang="en-US" sz="3900" spc="-1" strike="noStrike">
                <a:solidFill>
                  <a:srgbClr val="330066"/>
                </a:solidFill>
                <a:latin typeface="Arial"/>
                <a:ea typeface="DejaVu Sans"/>
              </a:rPr>
              <a:t> and</a:t>
            </a:r>
            <a:r>
              <a:rPr b="1" lang="en-US" sz="3900" spc="4" strike="noStrike">
                <a:solidFill>
                  <a:srgbClr val="330066"/>
                </a:solidFill>
                <a:latin typeface="Arial"/>
                <a:ea typeface="DejaVu Sans"/>
              </a:rPr>
              <a:t> </a:t>
            </a:r>
            <a:r>
              <a:rPr b="1" lang="en-US" sz="3900" spc="-1" strike="noStrike">
                <a:solidFill>
                  <a:srgbClr val="330066"/>
                </a:solidFill>
                <a:latin typeface="Arial"/>
                <a:ea typeface="DejaVu Sans"/>
              </a:rPr>
              <a:t>Radiobutton</a:t>
            </a:r>
            <a:r>
              <a:rPr b="1" lang="en-US" sz="3900" spc="12" strike="noStrike">
                <a:solidFill>
                  <a:srgbClr val="330066"/>
                </a:solidFill>
                <a:latin typeface="Arial"/>
                <a:ea typeface="DejaVu Sans"/>
              </a:rPr>
              <a:t> </a:t>
            </a:r>
            <a:r>
              <a:rPr b="1" lang="en-US" sz="3900" spc="-1" strike="noStrike">
                <a:solidFill>
                  <a:srgbClr val="330066"/>
                </a:solidFill>
                <a:latin typeface="Arial"/>
                <a:ea typeface="DejaVu Sans"/>
              </a:rPr>
              <a:t>widgets</a:t>
            </a:r>
            <a:endParaRPr b="0" lang="en-US" sz="3900" spc="-1" strike="noStrike">
              <a:latin typeface="Arial"/>
            </a:endParaRPr>
          </a:p>
        </p:txBody>
      </p:sp>
      <p:sp>
        <p:nvSpPr>
          <p:cNvPr id="475"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6C110ED2-BFCB-445C-AC69-F04427C64986}"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476" name="CustomShape 3"/>
          <p:cNvSpPr/>
          <p:nvPr/>
        </p:nvSpPr>
        <p:spPr>
          <a:xfrm>
            <a:off x="609480" y="1066680"/>
            <a:ext cx="10653120" cy="5473080"/>
          </a:xfrm>
          <a:prstGeom prst="rect">
            <a:avLst/>
          </a:prstGeom>
          <a:noFill/>
          <a:ln>
            <a:noFill/>
          </a:ln>
        </p:spPr>
        <p:style>
          <a:lnRef idx="0"/>
          <a:fillRef idx="0"/>
          <a:effectRef idx="0"/>
          <a:fontRef idx="minor"/>
        </p:style>
        <p:txBody>
          <a:bodyPr lIns="0" rIns="0" tIns="12600" bIns="0">
            <a:spAutoFit/>
          </a:bodyPr>
          <a:p>
            <a:pPr marL="355680" indent="-342000">
              <a:lnSpc>
                <a:spcPct val="100000"/>
              </a:lnSpc>
              <a:spcBef>
                <a:spcPts val="99"/>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The </a:t>
            </a:r>
            <a:r>
              <a:rPr b="0" lang="en-US" sz="3000" spc="-7" strike="noStrike">
                <a:solidFill>
                  <a:srgbClr val="000000"/>
                </a:solidFill>
                <a:latin typeface="Arial"/>
                <a:ea typeface="DejaVu Sans"/>
              </a:rPr>
              <a:t>Checkbutton and Radiobutton </a:t>
            </a:r>
            <a:r>
              <a:rPr b="0" lang="en-US" sz="3000" spc="-1" strike="noStrike">
                <a:solidFill>
                  <a:srgbClr val="000000"/>
                </a:solidFill>
                <a:latin typeface="Arial"/>
                <a:ea typeface="DejaVu Sans"/>
              </a:rPr>
              <a:t>widgets allow </a:t>
            </a:r>
            <a:r>
              <a:rPr b="0" lang="en-US" sz="3000" spc="-7" strike="noStrike">
                <a:solidFill>
                  <a:srgbClr val="000000"/>
                </a:solidFill>
                <a:latin typeface="Arial"/>
                <a:ea typeface="DejaVu Sans"/>
              </a:rPr>
              <a:t>a user </a:t>
            </a:r>
            <a:r>
              <a:rPr b="0" lang="en-US" sz="3000" spc="-1" strike="noStrike">
                <a:solidFill>
                  <a:srgbClr val="000000"/>
                </a:solidFill>
                <a:latin typeface="Arial"/>
                <a:ea typeface="DejaVu Sans"/>
              </a:rPr>
              <a:t>to  select </a:t>
            </a:r>
            <a:r>
              <a:rPr b="0" lang="en-US" sz="3000" spc="-7" strike="noStrike">
                <a:solidFill>
                  <a:srgbClr val="000000"/>
                </a:solidFill>
                <a:latin typeface="Arial"/>
                <a:ea typeface="DejaVu Sans"/>
              </a:rPr>
              <a:t>an</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option by</a:t>
            </a:r>
            <a:r>
              <a:rPr b="0" lang="en-US" sz="3000" spc="-1" strike="noStrike">
                <a:solidFill>
                  <a:srgbClr val="000000"/>
                </a:solidFill>
                <a:latin typeface="Arial"/>
                <a:ea typeface="DejaVu Sans"/>
              </a:rPr>
              <a:t> clicking</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to mark</a:t>
            </a:r>
            <a:r>
              <a:rPr b="0" lang="en-US" sz="3000" spc="4" strike="noStrike">
                <a:solidFill>
                  <a:srgbClr val="000000"/>
                </a:solidFill>
                <a:latin typeface="Arial"/>
                <a:ea typeface="DejaVu Sans"/>
              </a:rPr>
              <a:t> </a:t>
            </a:r>
            <a:r>
              <a:rPr b="0" lang="en-US" sz="3000" spc="-7" strike="noStrike">
                <a:solidFill>
                  <a:srgbClr val="000000"/>
                </a:solidFill>
                <a:latin typeface="Arial"/>
                <a:ea typeface="DejaVu Sans"/>
              </a:rPr>
              <a:t>a</a:t>
            </a:r>
            <a:r>
              <a:rPr b="0" lang="en-US" sz="3000" spc="-1" strike="noStrike">
                <a:solidFill>
                  <a:srgbClr val="000000"/>
                </a:solidFill>
                <a:latin typeface="Arial"/>
                <a:ea typeface="DejaVu Sans"/>
              </a:rPr>
              <a:t> box. </a:t>
            </a:r>
            <a:endParaRPr b="0" lang="en-US" sz="3000" spc="-1" strike="noStrike">
              <a:latin typeface="Arial"/>
            </a:endParaRPr>
          </a:p>
          <a:p>
            <a:pPr marL="355680" indent="-342000">
              <a:lnSpc>
                <a:spcPct val="100000"/>
              </a:lnSpc>
              <a:spcBef>
                <a:spcPts val="99"/>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A</a:t>
            </a:r>
            <a:r>
              <a:rPr b="0" lang="en-US" sz="3000" spc="-35" strike="noStrike">
                <a:solidFill>
                  <a:srgbClr val="000000"/>
                </a:solidFill>
                <a:latin typeface="Arial"/>
                <a:ea typeface="DejaVu Sans"/>
              </a:rPr>
              <a:t> </a:t>
            </a:r>
            <a:r>
              <a:rPr b="0" lang="en-US" sz="3000" spc="-7" strike="noStrike">
                <a:solidFill>
                  <a:srgbClr val="000000"/>
                </a:solidFill>
                <a:latin typeface="Arial"/>
                <a:ea typeface="DejaVu Sans"/>
              </a:rPr>
              <a:t>Checkbutton</a:t>
            </a:r>
            <a:r>
              <a:rPr b="0" lang="en-US" sz="3000" spc="-26" strike="noStrike">
                <a:solidFill>
                  <a:srgbClr val="000000"/>
                </a:solidFill>
                <a:latin typeface="Arial"/>
                <a:ea typeface="DejaVu Sans"/>
              </a:rPr>
              <a:t> </a:t>
            </a:r>
            <a:r>
              <a:rPr b="0" lang="en-US" sz="3000" spc="-1" strike="noStrike">
                <a:solidFill>
                  <a:srgbClr val="000000"/>
                </a:solidFill>
                <a:latin typeface="Arial"/>
                <a:ea typeface="DejaVu Sans"/>
              </a:rPr>
              <a:t>will </a:t>
            </a:r>
            <a:r>
              <a:rPr b="0" lang="en-US" sz="3000" spc="-817" strike="noStrike">
                <a:solidFill>
                  <a:srgbClr val="000000"/>
                </a:solidFill>
                <a:latin typeface="Arial"/>
                <a:ea typeface="DejaVu Sans"/>
              </a:rPr>
              <a:t> </a:t>
            </a:r>
            <a:r>
              <a:rPr b="0" lang="en-US" sz="3000" spc="-1" strike="noStrike">
                <a:solidFill>
                  <a:srgbClr val="000000"/>
                </a:solidFill>
                <a:latin typeface="Arial"/>
                <a:ea typeface="DejaVu Sans"/>
              </a:rPr>
              <a:t>allow</a:t>
            </a:r>
            <a:r>
              <a:rPr b="0" lang="en-US" sz="3000" spc="-35" strike="noStrike">
                <a:solidFill>
                  <a:srgbClr val="000000"/>
                </a:solidFill>
                <a:latin typeface="Arial"/>
                <a:ea typeface="DejaVu Sans"/>
              </a:rPr>
              <a:t> </a:t>
            </a:r>
            <a:r>
              <a:rPr b="0" lang="en-US" sz="3000" spc="-1" strike="noStrike">
                <a:solidFill>
                  <a:srgbClr val="000000"/>
                </a:solidFill>
                <a:latin typeface="Arial"/>
                <a:ea typeface="DejaVu Sans"/>
              </a:rPr>
              <a:t>the user </a:t>
            </a:r>
            <a:r>
              <a:rPr b="0" lang="en-US" sz="3000" spc="-12" strike="noStrike">
                <a:solidFill>
                  <a:srgbClr val="000000"/>
                </a:solidFill>
                <a:latin typeface="Arial"/>
                <a:ea typeface="DejaVu Sans"/>
              </a:rPr>
              <a:t>to</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turn </a:t>
            </a:r>
            <a:r>
              <a:rPr b="0" lang="en-US" sz="3000" spc="-7" strike="noStrike">
                <a:solidFill>
                  <a:srgbClr val="000000"/>
                </a:solidFill>
                <a:latin typeface="Arial"/>
                <a:ea typeface="DejaVu Sans"/>
              </a:rPr>
              <a:t>an</a:t>
            </a:r>
            <a:r>
              <a:rPr b="0" lang="en-US" sz="3000" spc="-15" strike="noStrike">
                <a:solidFill>
                  <a:srgbClr val="000000"/>
                </a:solidFill>
                <a:latin typeface="Arial"/>
                <a:ea typeface="DejaVu Sans"/>
              </a:rPr>
              <a:t> </a:t>
            </a:r>
            <a:r>
              <a:rPr b="0" lang="en-US" sz="3000" spc="-7" strike="noStrike">
                <a:solidFill>
                  <a:srgbClr val="000000"/>
                </a:solidFill>
                <a:latin typeface="Arial"/>
                <a:ea typeface="DejaVu Sans"/>
              </a:rPr>
              <a:t>option</a:t>
            </a:r>
            <a:r>
              <a:rPr b="0" lang="en-US" sz="3000" spc="-15" strike="noStrike">
                <a:solidFill>
                  <a:srgbClr val="000000"/>
                </a:solidFill>
                <a:latin typeface="Arial"/>
                <a:ea typeface="DejaVu Sans"/>
              </a:rPr>
              <a:t> </a:t>
            </a:r>
            <a:r>
              <a:rPr b="0" lang="en-US" sz="3000" spc="-7" strike="noStrike">
                <a:solidFill>
                  <a:srgbClr val="000000"/>
                </a:solidFill>
                <a:latin typeface="Arial"/>
                <a:ea typeface="DejaVu Sans"/>
              </a:rPr>
              <a:t>either</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on</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or</a:t>
            </a:r>
            <a:r>
              <a:rPr b="0" lang="en-US" sz="3000" spc="-1" strike="noStrike">
                <a:solidFill>
                  <a:srgbClr val="000000"/>
                </a:solidFill>
                <a:latin typeface="Arial"/>
                <a:ea typeface="DejaVu Sans"/>
              </a:rPr>
              <a:t> off, whereas</a:t>
            </a:r>
            <a:r>
              <a:rPr b="0" lang="en-US" sz="3000" spc="-15" strike="noStrike">
                <a:solidFill>
                  <a:srgbClr val="000000"/>
                </a:solidFill>
                <a:latin typeface="Arial"/>
                <a:ea typeface="DejaVu Sans"/>
              </a:rPr>
              <a:t> </a:t>
            </a:r>
            <a:r>
              <a:rPr b="0" lang="en-US" sz="3000" spc="-7" strike="noStrike">
                <a:solidFill>
                  <a:srgbClr val="000000"/>
                </a:solidFill>
                <a:latin typeface="Arial"/>
                <a:ea typeface="DejaVu Sans"/>
              </a:rPr>
              <a:t>a</a:t>
            </a:r>
            <a:endParaRPr b="0" lang="en-US" sz="3000" spc="-1" strike="noStrike">
              <a:latin typeface="Arial"/>
            </a:endParaRPr>
          </a:p>
          <a:p>
            <a:pPr marL="355680" indent="-342000">
              <a:lnSpc>
                <a:spcPct val="100000"/>
              </a:lnSpc>
              <a:spcBef>
                <a:spcPts val="720"/>
              </a:spcBef>
              <a:buClr>
                <a:srgbClr val="330066"/>
              </a:buClr>
              <a:buSzPct val="70000"/>
              <a:buFont typeface="Wingdings" charset="2"/>
              <a:buChar char=""/>
              <a:tabLst>
                <a:tab algn="l" pos="354960"/>
                <a:tab algn="l" pos="355680"/>
              </a:tabLst>
            </a:pPr>
            <a:r>
              <a:rPr b="0" lang="en-US" sz="3000" spc="-7" strike="noStrike">
                <a:solidFill>
                  <a:srgbClr val="000000"/>
                </a:solidFill>
                <a:latin typeface="Arial"/>
                <a:ea typeface="DejaVu Sans"/>
              </a:rPr>
              <a:t>Radiobutton</a:t>
            </a:r>
            <a:r>
              <a:rPr b="0" lang="en-US" sz="3000" spc="-32" strike="noStrike">
                <a:solidFill>
                  <a:srgbClr val="000000"/>
                </a:solidFill>
                <a:latin typeface="Arial"/>
                <a:ea typeface="DejaVu Sans"/>
              </a:rPr>
              <a:t> </a:t>
            </a:r>
            <a:r>
              <a:rPr b="0" lang="en-US" sz="3000" spc="-7" strike="noStrike">
                <a:solidFill>
                  <a:srgbClr val="000000"/>
                </a:solidFill>
                <a:latin typeface="Arial"/>
                <a:ea typeface="DejaVu Sans"/>
              </a:rPr>
              <a:t>is</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used</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to</a:t>
            </a:r>
            <a:r>
              <a:rPr b="0" lang="en-US" sz="3000" spc="4" strike="noStrike">
                <a:solidFill>
                  <a:srgbClr val="000000"/>
                </a:solidFill>
                <a:latin typeface="Arial"/>
                <a:ea typeface="DejaVu Sans"/>
              </a:rPr>
              <a:t> </a:t>
            </a:r>
            <a:r>
              <a:rPr b="0" lang="en-US" sz="3000" spc="-7" strike="noStrike">
                <a:solidFill>
                  <a:srgbClr val="000000"/>
                </a:solidFill>
                <a:latin typeface="Arial"/>
                <a:ea typeface="DejaVu Sans"/>
              </a:rPr>
              <a:t>give</a:t>
            </a:r>
            <a:r>
              <a:rPr b="0" lang="en-US" sz="3000" spc="-12" strike="noStrike">
                <a:solidFill>
                  <a:srgbClr val="000000"/>
                </a:solidFill>
                <a:latin typeface="Arial"/>
                <a:ea typeface="DejaVu Sans"/>
              </a:rPr>
              <a:t> </a:t>
            </a:r>
            <a:r>
              <a:rPr b="0" lang="en-US" sz="3000" spc="-1" strike="noStrike">
                <a:solidFill>
                  <a:srgbClr val="000000"/>
                </a:solidFill>
                <a:latin typeface="Arial"/>
                <a:ea typeface="DejaVu Sans"/>
              </a:rPr>
              <a:t>the </a:t>
            </a:r>
            <a:r>
              <a:rPr b="0" lang="en-US" sz="3000" spc="-7" strike="noStrike">
                <a:solidFill>
                  <a:srgbClr val="000000"/>
                </a:solidFill>
                <a:latin typeface="Arial"/>
                <a:ea typeface="DejaVu Sans"/>
              </a:rPr>
              <a:t>user</a:t>
            </a:r>
            <a:r>
              <a:rPr b="0" lang="en-US" sz="3000" spc="4" strike="noStrike">
                <a:solidFill>
                  <a:srgbClr val="000000"/>
                </a:solidFill>
                <a:latin typeface="Arial"/>
                <a:ea typeface="DejaVu Sans"/>
              </a:rPr>
              <a:t> </a:t>
            </a:r>
            <a:r>
              <a:rPr b="0" lang="en-US" sz="3000" spc="-7" strike="noStrike">
                <a:solidFill>
                  <a:srgbClr val="000000"/>
                </a:solidFill>
                <a:latin typeface="Arial"/>
                <a:ea typeface="DejaVu Sans"/>
              </a:rPr>
              <a:t>a</a:t>
            </a:r>
            <a:r>
              <a:rPr b="0" lang="en-US" sz="3000" spc="-12" strike="noStrike">
                <a:solidFill>
                  <a:srgbClr val="000000"/>
                </a:solidFill>
                <a:latin typeface="Arial"/>
                <a:ea typeface="DejaVu Sans"/>
              </a:rPr>
              <a:t> </a:t>
            </a:r>
            <a:r>
              <a:rPr b="0" lang="en-US" sz="3000" spc="-7" strike="noStrike">
                <a:solidFill>
                  <a:srgbClr val="000000"/>
                </a:solidFill>
                <a:latin typeface="Arial"/>
                <a:ea typeface="DejaVu Sans"/>
              </a:rPr>
              <a:t>choice</a:t>
            </a:r>
            <a:r>
              <a:rPr b="0" lang="en-US" sz="3000" spc="-12" strike="noStrike">
                <a:solidFill>
                  <a:srgbClr val="000000"/>
                </a:solidFill>
                <a:latin typeface="Arial"/>
                <a:ea typeface="DejaVu Sans"/>
              </a:rPr>
              <a:t> </a:t>
            </a:r>
            <a:r>
              <a:rPr b="0" lang="en-US" sz="3000" spc="-1" strike="noStrike">
                <a:solidFill>
                  <a:srgbClr val="000000"/>
                </a:solidFill>
                <a:latin typeface="Arial"/>
                <a:ea typeface="DejaVu Sans"/>
              </a:rPr>
              <a:t>of</a:t>
            </a:r>
            <a:r>
              <a:rPr b="0" lang="en-US" sz="3000" spc="4" strike="noStrike">
                <a:solidFill>
                  <a:srgbClr val="000000"/>
                </a:solidFill>
                <a:latin typeface="Arial"/>
                <a:ea typeface="DejaVu Sans"/>
              </a:rPr>
              <a:t> </a:t>
            </a:r>
            <a:r>
              <a:rPr b="0" lang="en-US" sz="3000" spc="-7" strike="noStrike">
                <a:solidFill>
                  <a:srgbClr val="000000"/>
                </a:solidFill>
                <a:latin typeface="Arial"/>
                <a:ea typeface="DejaVu Sans"/>
              </a:rPr>
              <a:t>one</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option </a:t>
            </a:r>
            <a:r>
              <a:rPr b="0" lang="en-US" sz="3000" spc="-820" strike="noStrike">
                <a:solidFill>
                  <a:srgbClr val="000000"/>
                </a:solidFill>
                <a:latin typeface="Arial"/>
                <a:ea typeface="DejaVu Sans"/>
              </a:rPr>
              <a:t> </a:t>
            </a:r>
            <a:r>
              <a:rPr b="0" lang="en-US" sz="3000" spc="-7" strike="noStrike">
                <a:solidFill>
                  <a:srgbClr val="000000"/>
                </a:solidFill>
                <a:latin typeface="Arial"/>
                <a:ea typeface="DejaVu Sans"/>
              </a:rPr>
              <a:t>from</a:t>
            </a:r>
            <a:r>
              <a:rPr b="0" lang="en-US" sz="3000" spc="7" strike="noStrike">
                <a:solidFill>
                  <a:srgbClr val="000000"/>
                </a:solidFill>
                <a:latin typeface="Arial"/>
                <a:ea typeface="DejaVu Sans"/>
              </a:rPr>
              <a:t> </a:t>
            </a:r>
            <a:r>
              <a:rPr b="0" lang="en-US" sz="3000" spc="-7" strike="noStrike">
                <a:solidFill>
                  <a:srgbClr val="000000"/>
                </a:solidFill>
                <a:latin typeface="Arial"/>
                <a:ea typeface="DejaVu Sans"/>
              </a:rPr>
              <a:t>a</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group</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of</a:t>
            </a:r>
            <a:r>
              <a:rPr b="0" lang="en-US" sz="3000" spc="4" strike="noStrike">
                <a:solidFill>
                  <a:srgbClr val="000000"/>
                </a:solidFill>
                <a:latin typeface="Arial"/>
                <a:ea typeface="DejaVu Sans"/>
              </a:rPr>
              <a:t> </a:t>
            </a:r>
            <a:r>
              <a:rPr b="0" lang="en-US" sz="3000" spc="-1" strike="noStrike">
                <a:solidFill>
                  <a:srgbClr val="000000"/>
                </a:solidFill>
                <a:latin typeface="Arial"/>
                <a:ea typeface="DejaVu Sans"/>
              </a:rPr>
              <a:t>multiple</a:t>
            </a:r>
            <a:r>
              <a:rPr b="0" lang="en-US" sz="3000" spc="-26" strike="noStrike">
                <a:solidFill>
                  <a:srgbClr val="000000"/>
                </a:solidFill>
                <a:latin typeface="Arial"/>
                <a:ea typeface="DejaVu Sans"/>
              </a:rPr>
              <a:t> </a:t>
            </a:r>
            <a:r>
              <a:rPr b="0" lang="en-US" sz="3000" spc="-7" strike="noStrike">
                <a:solidFill>
                  <a:srgbClr val="000000"/>
                </a:solidFill>
                <a:latin typeface="Arial"/>
                <a:ea typeface="DejaVu Sans"/>
              </a:rPr>
              <a:t>possibilities.</a:t>
            </a:r>
            <a:endParaRPr b="0" lang="en-US" sz="3000" spc="-1" strike="noStrike">
              <a:latin typeface="Arial"/>
            </a:endParaRPr>
          </a:p>
          <a:p>
            <a:pPr lvl="1" marL="704880" indent="-347040">
              <a:lnSpc>
                <a:spcPct val="100000"/>
              </a:lnSpc>
              <a:spcBef>
                <a:spcPts val="641"/>
              </a:spcBef>
              <a:buClr>
                <a:srgbClr val="669999"/>
              </a:buClr>
              <a:buSzPct val="69000"/>
              <a:buFont typeface="Wingdings" charset="2"/>
              <a:buChar char=""/>
              <a:tabLst>
                <a:tab algn="l" pos="704160"/>
                <a:tab algn="l" pos="704880"/>
              </a:tabLst>
            </a:pPr>
            <a:r>
              <a:rPr b="0" lang="en-US" sz="2600" spc="-1" strike="noStrike">
                <a:solidFill>
                  <a:srgbClr val="000000"/>
                </a:solidFill>
                <a:latin typeface="Arial"/>
                <a:ea typeface="DejaVu Sans"/>
              </a:rPr>
              <a:t>To get the values of each, a variable is passed to them via the </a:t>
            </a:r>
            <a:r>
              <a:rPr b="0" lang="en-US" sz="2600" spc="-715" strike="noStrike">
                <a:solidFill>
                  <a:srgbClr val="000000"/>
                </a:solidFill>
                <a:latin typeface="Arial"/>
                <a:ea typeface="DejaVu Sans"/>
              </a:rPr>
              <a:t> </a:t>
            </a:r>
            <a:r>
              <a:rPr b="0" lang="en-US" sz="2600" spc="-1" strike="noStrike">
                <a:solidFill>
                  <a:srgbClr val="000000"/>
                </a:solidFill>
                <a:latin typeface="Arial"/>
                <a:ea typeface="DejaVu Sans"/>
              </a:rPr>
              <a:t>variable</a:t>
            </a:r>
            <a:r>
              <a:rPr b="0" lang="en-US" sz="2600" spc="-15" strike="noStrike">
                <a:solidFill>
                  <a:srgbClr val="000000"/>
                </a:solidFill>
                <a:latin typeface="Arial"/>
                <a:ea typeface="DejaVu Sans"/>
              </a:rPr>
              <a:t> </a:t>
            </a:r>
            <a:r>
              <a:rPr b="0" lang="en-US" sz="2600" spc="-1" strike="noStrike">
                <a:solidFill>
                  <a:srgbClr val="000000"/>
                </a:solidFill>
                <a:latin typeface="Arial"/>
                <a:ea typeface="DejaVu Sans"/>
              </a:rPr>
              <a:t>keyword</a:t>
            </a:r>
            <a:r>
              <a:rPr b="0" lang="en-US" sz="2600" spc="-26" strike="noStrike">
                <a:solidFill>
                  <a:srgbClr val="000000"/>
                </a:solidFill>
                <a:latin typeface="Arial"/>
                <a:ea typeface="DejaVu Sans"/>
              </a:rPr>
              <a:t> </a:t>
            </a:r>
            <a:r>
              <a:rPr b="0" lang="en-US" sz="2600" spc="-1" strike="noStrike">
                <a:solidFill>
                  <a:srgbClr val="000000"/>
                </a:solidFill>
                <a:latin typeface="Arial"/>
                <a:ea typeface="DejaVu Sans"/>
              </a:rPr>
              <a:t>argument.</a:t>
            </a:r>
            <a:endParaRPr b="0" lang="en-US" sz="2600" spc="-1" strike="noStrike">
              <a:latin typeface="Arial"/>
            </a:endParaRPr>
          </a:p>
          <a:p>
            <a:pPr lvl="1" marL="704880" indent="-347040">
              <a:lnSpc>
                <a:spcPct val="100000"/>
              </a:lnSpc>
              <a:spcBef>
                <a:spcPts val="624"/>
              </a:spcBef>
              <a:buClr>
                <a:srgbClr val="669999"/>
              </a:buClr>
              <a:buSzPct val="69000"/>
              <a:buFont typeface="Wingdings" charset="2"/>
              <a:buChar char=""/>
              <a:tabLst>
                <a:tab algn="l" pos="704160"/>
                <a:tab algn="l" pos="704880"/>
              </a:tabLst>
            </a:pPr>
            <a:r>
              <a:rPr b="0" lang="en-US" sz="2600" spc="-1" strike="noStrike">
                <a:solidFill>
                  <a:srgbClr val="000000"/>
                </a:solidFill>
                <a:latin typeface="Arial"/>
                <a:ea typeface="DejaVu Sans"/>
              </a:rPr>
              <a:t>With Radiobutton widgets, all possible options should be pointed </a:t>
            </a:r>
            <a:r>
              <a:rPr b="0" lang="en-US" sz="2600" spc="-7" strike="noStrike">
                <a:solidFill>
                  <a:srgbClr val="000000"/>
                </a:solidFill>
                <a:latin typeface="Arial"/>
                <a:ea typeface="DejaVu Sans"/>
              </a:rPr>
              <a:t>to </a:t>
            </a:r>
            <a:r>
              <a:rPr b="0" lang="en-US" sz="2600" spc="-1" strike="noStrike">
                <a:solidFill>
                  <a:srgbClr val="000000"/>
                </a:solidFill>
                <a:latin typeface="Arial"/>
                <a:ea typeface="DejaVu Sans"/>
              </a:rPr>
              <a:t> the same variable;</a:t>
            </a:r>
            <a:endParaRPr b="0" lang="en-US" sz="2600" spc="-1" strike="noStrike">
              <a:latin typeface="Arial"/>
            </a:endParaRPr>
          </a:p>
          <a:p>
            <a:pPr lvl="1" marL="704880" indent="-347040">
              <a:lnSpc>
                <a:spcPct val="100000"/>
              </a:lnSpc>
              <a:spcBef>
                <a:spcPts val="624"/>
              </a:spcBef>
              <a:buClr>
                <a:srgbClr val="669999"/>
              </a:buClr>
              <a:buSzPct val="69000"/>
              <a:buFont typeface="Wingdings" charset="2"/>
              <a:buChar char=""/>
              <a:tabLst>
                <a:tab algn="l" pos="704160"/>
                <a:tab algn="l" pos="704880"/>
              </a:tabLst>
            </a:pPr>
            <a:r>
              <a:rPr b="0" lang="en-US" sz="2600" spc="-1" strike="noStrike">
                <a:solidFill>
                  <a:srgbClr val="000000"/>
                </a:solidFill>
                <a:latin typeface="Arial"/>
                <a:ea typeface="DejaVu Sans"/>
              </a:rPr>
              <a:t>then the user's chosen option can be obtained by </a:t>
            </a:r>
            <a:r>
              <a:rPr b="0" lang="en-US" sz="2600" spc="-710" strike="noStrike">
                <a:solidFill>
                  <a:srgbClr val="000000"/>
                </a:solidFill>
                <a:latin typeface="Arial"/>
                <a:ea typeface="DejaVu Sans"/>
              </a:rPr>
              <a:t> </a:t>
            </a:r>
            <a:r>
              <a:rPr b="0" lang="en-US" sz="2600" spc="-1" strike="noStrike">
                <a:solidFill>
                  <a:srgbClr val="000000"/>
                </a:solidFill>
                <a:latin typeface="Arial"/>
                <a:ea typeface="DejaVu Sans"/>
              </a:rPr>
              <a:t>querying</a:t>
            </a:r>
            <a:r>
              <a:rPr b="0" lang="en-US" sz="2600" spc="-21" strike="noStrike">
                <a:solidFill>
                  <a:srgbClr val="000000"/>
                </a:solidFill>
                <a:latin typeface="Arial"/>
                <a:ea typeface="DejaVu Sans"/>
              </a:rPr>
              <a:t> </a:t>
            </a:r>
            <a:r>
              <a:rPr b="0" lang="en-US" sz="2600" spc="-1" strike="noStrike">
                <a:solidFill>
                  <a:srgbClr val="000000"/>
                </a:solidFill>
                <a:latin typeface="Arial"/>
                <a:ea typeface="DejaVu Sans"/>
              </a:rPr>
              <a:t>this variable.</a:t>
            </a:r>
            <a:endParaRPr b="0" lang="en-US" sz="26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7" name="object 2" descr=""/>
          <p:cNvPicPr/>
          <p:nvPr/>
        </p:nvPicPr>
        <p:blipFill>
          <a:blip r:embed="rId1"/>
          <a:stretch/>
        </p:blipFill>
        <p:spPr>
          <a:xfrm>
            <a:off x="1318320" y="631080"/>
            <a:ext cx="2856600" cy="2600280"/>
          </a:xfrm>
          <a:prstGeom prst="rect">
            <a:avLst/>
          </a:prstGeom>
          <a:ln>
            <a:noFill/>
          </a:ln>
        </p:spPr>
      </p:pic>
      <p:grpSp>
        <p:nvGrpSpPr>
          <p:cNvPr id="478" name="Group 1"/>
          <p:cNvGrpSpPr/>
          <p:nvPr/>
        </p:nvGrpSpPr>
        <p:grpSpPr>
          <a:xfrm>
            <a:off x="3355920" y="2606040"/>
            <a:ext cx="5581440" cy="2729880"/>
            <a:chOff x="3355920" y="2606040"/>
            <a:chExt cx="5581440" cy="2729880"/>
          </a:xfrm>
        </p:grpSpPr>
        <p:pic>
          <p:nvPicPr>
            <p:cNvPr id="479" name="object 4" descr=""/>
            <p:cNvPicPr/>
            <p:nvPr/>
          </p:nvPicPr>
          <p:blipFill>
            <a:blip r:embed="rId2"/>
            <a:stretch/>
          </p:blipFill>
          <p:spPr>
            <a:xfrm>
              <a:off x="5928480" y="2640960"/>
              <a:ext cx="3008880" cy="2694960"/>
            </a:xfrm>
            <a:prstGeom prst="rect">
              <a:avLst/>
            </a:prstGeom>
            <a:ln>
              <a:noFill/>
            </a:ln>
          </p:spPr>
        </p:pic>
        <p:pic>
          <p:nvPicPr>
            <p:cNvPr id="480" name="object 5" descr=""/>
            <p:cNvPicPr/>
            <p:nvPr/>
          </p:nvPicPr>
          <p:blipFill>
            <a:blip r:embed="rId3"/>
            <a:stretch/>
          </p:blipFill>
          <p:spPr>
            <a:xfrm>
              <a:off x="3355920" y="2606040"/>
              <a:ext cx="2892960" cy="1661760"/>
            </a:xfrm>
            <a:prstGeom prst="rect">
              <a:avLst/>
            </a:prstGeom>
            <a:ln>
              <a:noFill/>
            </a:ln>
          </p:spPr>
        </p:pic>
        <p:sp>
          <p:nvSpPr>
            <p:cNvPr id="481" name="CustomShape 2"/>
            <p:cNvSpPr/>
            <p:nvPr/>
          </p:nvSpPr>
          <p:spPr>
            <a:xfrm>
              <a:off x="3398040" y="2625120"/>
              <a:ext cx="2698200" cy="1466280"/>
            </a:xfrm>
            <a:custGeom>
              <a:avLst/>
              <a:gdLst/>
              <a:ahLst/>
              <a:rect l="l" t="t" r="r" b="b"/>
              <a:pathLst>
                <a:path w="2699385" h="1467485">
                  <a:moveTo>
                    <a:pt x="2589167" y="1429937"/>
                  </a:moveTo>
                  <a:lnTo>
                    <a:pt x="2571115" y="1463421"/>
                  </a:lnTo>
                  <a:lnTo>
                    <a:pt x="2698877" y="1467358"/>
                  </a:lnTo>
                  <a:lnTo>
                    <a:pt x="2678952" y="1439037"/>
                  </a:lnTo>
                  <a:lnTo>
                    <a:pt x="2606040" y="1439037"/>
                  </a:lnTo>
                  <a:lnTo>
                    <a:pt x="2589167" y="1429937"/>
                  </a:lnTo>
                  <a:close/>
                  <a:moveTo>
                    <a:pt x="2607287" y="1396329"/>
                  </a:moveTo>
                  <a:lnTo>
                    <a:pt x="2589167" y="1429937"/>
                  </a:lnTo>
                  <a:lnTo>
                    <a:pt x="2606040" y="1439037"/>
                  </a:lnTo>
                  <a:lnTo>
                    <a:pt x="2624074" y="1405382"/>
                  </a:lnTo>
                  <a:lnTo>
                    <a:pt x="2607287" y="1396329"/>
                  </a:lnTo>
                  <a:close/>
                  <a:moveTo>
                    <a:pt x="2625343" y="1362837"/>
                  </a:moveTo>
                  <a:lnTo>
                    <a:pt x="2607287" y="1396329"/>
                  </a:lnTo>
                  <a:lnTo>
                    <a:pt x="2624074" y="1405382"/>
                  </a:lnTo>
                  <a:lnTo>
                    <a:pt x="2606040" y="1439037"/>
                  </a:lnTo>
                  <a:lnTo>
                    <a:pt x="2678952" y="1439037"/>
                  </a:lnTo>
                  <a:lnTo>
                    <a:pt x="2625343" y="1362837"/>
                  </a:lnTo>
                  <a:close/>
                  <a:moveTo>
                    <a:pt x="18034" y="0"/>
                  </a:moveTo>
                  <a:lnTo>
                    <a:pt x="0" y="33527"/>
                  </a:lnTo>
                  <a:lnTo>
                    <a:pt x="2589167" y="1429937"/>
                  </a:lnTo>
                  <a:lnTo>
                    <a:pt x="2607287" y="1396329"/>
                  </a:lnTo>
                  <a:lnTo>
                    <a:pt x="18034" y="0"/>
                  </a:lnTo>
                  <a:close/>
                </a:path>
              </a:pathLst>
            </a:custGeom>
            <a:solidFill>
              <a:srgbClr val="ff0000"/>
            </a:solidFill>
            <a:ln>
              <a:noFill/>
            </a:ln>
          </p:spPr>
          <p:style>
            <a:lnRef idx="0"/>
            <a:fillRef idx="0"/>
            <a:effectRef idx="0"/>
            <a:fontRef idx="minor"/>
          </p:style>
        </p:sp>
      </p:grpSp>
      <p:sp>
        <p:nvSpPr>
          <p:cNvPr id="482" name="CustomShape 3"/>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32889C63-3928-4A1E-8056-CA67F29BAF55}"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3" name="object 2" descr=""/>
          <p:cNvPicPr/>
          <p:nvPr/>
        </p:nvPicPr>
        <p:blipFill>
          <a:blip r:embed="rId1"/>
          <a:stretch/>
        </p:blipFill>
        <p:spPr>
          <a:xfrm>
            <a:off x="186840" y="3393360"/>
            <a:ext cx="8327520" cy="3400200"/>
          </a:xfrm>
          <a:prstGeom prst="rect">
            <a:avLst/>
          </a:prstGeom>
          <a:ln>
            <a:noFill/>
          </a:ln>
        </p:spPr>
      </p:pic>
      <p:pic>
        <p:nvPicPr>
          <p:cNvPr id="484" name="object 3" descr=""/>
          <p:cNvPicPr/>
          <p:nvPr/>
        </p:nvPicPr>
        <p:blipFill>
          <a:blip r:embed="rId2"/>
          <a:stretch/>
        </p:blipFill>
        <p:spPr>
          <a:xfrm>
            <a:off x="0" y="76680"/>
            <a:ext cx="6254640" cy="3053880"/>
          </a:xfrm>
          <a:prstGeom prst="rect">
            <a:avLst/>
          </a:prstGeom>
          <a:ln>
            <a:noFill/>
          </a:ln>
        </p:spPr>
      </p:pic>
      <p:sp>
        <p:nvSpPr>
          <p:cNvPr id="485"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DF9EB5EE-8750-42D1-A0B5-9580268AFE87}"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86" name="Group 1"/>
          <p:cNvGrpSpPr/>
          <p:nvPr/>
        </p:nvGrpSpPr>
        <p:grpSpPr>
          <a:xfrm>
            <a:off x="24480" y="253080"/>
            <a:ext cx="12142080" cy="6351120"/>
            <a:chOff x="24480" y="253080"/>
            <a:chExt cx="12142080" cy="6351120"/>
          </a:xfrm>
        </p:grpSpPr>
        <p:pic>
          <p:nvPicPr>
            <p:cNvPr id="487" name="object 3" descr=""/>
            <p:cNvPicPr/>
            <p:nvPr/>
          </p:nvPicPr>
          <p:blipFill>
            <a:blip r:embed="rId1"/>
            <a:stretch/>
          </p:blipFill>
          <p:spPr>
            <a:xfrm>
              <a:off x="24480" y="253080"/>
              <a:ext cx="12142080" cy="6351120"/>
            </a:xfrm>
            <a:prstGeom prst="rect">
              <a:avLst/>
            </a:prstGeom>
            <a:ln>
              <a:noFill/>
            </a:ln>
          </p:spPr>
        </p:pic>
        <p:pic>
          <p:nvPicPr>
            <p:cNvPr id="488" name="object 4" descr=""/>
            <p:cNvPicPr/>
            <p:nvPr/>
          </p:nvPicPr>
          <p:blipFill>
            <a:blip r:embed="rId2"/>
            <a:stretch/>
          </p:blipFill>
          <p:spPr>
            <a:xfrm>
              <a:off x="10782360" y="917280"/>
              <a:ext cx="799200" cy="1247040"/>
            </a:xfrm>
            <a:prstGeom prst="rect">
              <a:avLst/>
            </a:prstGeom>
            <a:ln>
              <a:noFill/>
            </a:ln>
          </p:spPr>
        </p:pic>
        <p:pic>
          <p:nvPicPr>
            <p:cNvPr id="489" name="object 5" descr=""/>
            <p:cNvPicPr/>
            <p:nvPr/>
          </p:nvPicPr>
          <p:blipFill>
            <a:blip r:embed="rId3"/>
            <a:stretch/>
          </p:blipFill>
          <p:spPr>
            <a:xfrm>
              <a:off x="5902560" y="394560"/>
              <a:ext cx="3866760" cy="3275640"/>
            </a:xfrm>
            <a:prstGeom prst="rect">
              <a:avLst/>
            </a:prstGeom>
            <a:ln>
              <a:noFill/>
            </a:ln>
          </p:spPr>
        </p:pic>
      </p:grpSp>
      <p:sp>
        <p:nvSpPr>
          <p:cNvPr id="490"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AA3F09C2-AC9C-470E-B3B6-C77ABF3685EC}"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CustomShape 1"/>
          <p:cNvSpPr/>
          <p:nvPr/>
        </p:nvSpPr>
        <p:spPr>
          <a:xfrm>
            <a:off x="609840" y="411480"/>
            <a:ext cx="462600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Showing</a:t>
            </a:r>
            <a:r>
              <a:rPr b="1" lang="en-US" sz="3900" spc="-72" strike="noStrike">
                <a:solidFill>
                  <a:srgbClr val="330066"/>
                </a:solidFill>
                <a:latin typeface="Arial"/>
                <a:ea typeface="DejaVu Sans"/>
              </a:rPr>
              <a:t> </a:t>
            </a:r>
            <a:r>
              <a:rPr b="1" lang="en-US" sz="3900" spc="-1" strike="noStrike">
                <a:solidFill>
                  <a:srgbClr val="330066"/>
                </a:solidFill>
                <a:latin typeface="Arial"/>
                <a:ea typeface="DejaVu Sans"/>
              </a:rPr>
              <a:t>messages</a:t>
            </a:r>
            <a:endParaRPr b="0" lang="en-US" sz="3900" spc="-1" strike="noStrike">
              <a:latin typeface="Arial"/>
            </a:endParaRPr>
          </a:p>
        </p:txBody>
      </p:sp>
      <p:sp>
        <p:nvSpPr>
          <p:cNvPr id="492" name="CustomShape 2"/>
          <p:cNvSpPr/>
          <p:nvPr/>
        </p:nvSpPr>
        <p:spPr>
          <a:xfrm>
            <a:off x="688320" y="1381680"/>
            <a:ext cx="10467000" cy="3169440"/>
          </a:xfrm>
          <a:prstGeom prst="rect">
            <a:avLst/>
          </a:prstGeom>
          <a:noFill/>
          <a:ln>
            <a:noFill/>
          </a:ln>
        </p:spPr>
        <p:style>
          <a:lnRef idx="0"/>
          <a:fillRef idx="0"/>
          <a:effectRef idx="0"/>
          <a:fontRef idx="minor"/>
        </p:style>
        <p:txBody>
          <a:bodyPr lIns="0" rIns="0" tIns="12240" bIns="0">
            <a:spAutoFit/>
          </a:bodyPr>
          <a:p>
            <a:pPr marL="355680" indent="-342000" algn="just">
              <a:lnSpc>
                <a:spcPct val="100000"/>
              </a:lnSpc>
              <a:spcBef>
                <a:spcPts val="96"/>
              </a:spcBef>
              <a:buClr>
                <a:srgbClr val="330066"/>
              </a:buClr>
              <a:buSzPct val="70000"/>
              <a:buFont typeface="Wingdings" charset="2"/>
              <a:buChar char=""/>
              <a:tabLst>
                <a:tab algn="l" pos="355680"/>
              </a:tabLst>
            </a:pPr>
            <a:r>
              <a:rPr b="0" lang="en-US" sz="2800" spc="-7" strike="noStrike">
                <a:solidFill>
                  <a:srgbClr val="000000"/>
                </a:solidFill>
                <a:latin typeface="Arial"/>
                <a:ea typeface="DejaVu Sans"/>
              </a:rPr>
              <a:t>The </a:t>
            </a:r>
            <a:r>
              <a:rPr b="0" lang="en-US" sz="2800" spc="-1" strike="noStrike">
                <a:solidFill>
                  <a:srgbClr val="ff0000"/>
                </a:solidFill>
                <a:latin typeface="Arial"/>
                <a:ea typeface="DejaVu Sans"/>
              </a:rPr>
              <a:t>tkinter.messagebox </a:t>
            </a:r>
            <a:r>
              <a:rPr b="0" lang="en-US" sz="2800" spc="-7" strike="noStrike">
                <a:solidFill>
                  <a:srgbClr val="000000"/>
                </a:solidFill>
                <a:latin typeface="Arial"/>
                <a:ea typeface="DejaVu Sans"/>
              </a:rPr>
              <a:t>module provides a template base </a:t>
            </a:r>
            <a:r>
              <a:rPr b="0" lang="en-US" sz="2800" spc="-1" strike="noStrike">
                <a:solidFill>
                  <a:srgbClr val="000000"/>
                </a:solidFill>
                <a:latin typeface="Arial"/>
                <a:ea typeface="DejaVu Sans"/>
              </a:rPr>
              <a:t>class </a:t>
            </a:r>
            <a:r>
              <a:rPr b="0" lang="en-US" sz="2800" spc="-766" strike="noStrike">
                <a:solidFill>
                  <a:srgbClr val="000000"/>
                </a:solidFill>
                <a:latin typeface="Arial"/>
                <a:ea typeface="DejaVu Sans"/>
              </a:rPr>
              <a:t> </a:t>
            </a:r>
            <a:r>
              <a:rPr b="0" lang="en-US" sz="2800" spc="-7" strike="noStrike">
                <a:solidFill>
                  <a:srgbClr val="000000"/>
                </a:solidFill>
                <a:latin typeface="Arial"/>
                <a:ea typeface="DejaVu Sans"/>
              </a:rPr>
              <a:t>as well as a </a:t>
            </a:r>
            <a:r>
              <a:rPr b="0" lang="en-US" sz="2800" spc="-1" strike="noStrike">
                <a:solidFill>
                  <a:srgbClr val="000000"/>
                </a:solidFill>
                <a:latin typeface="Arial"/>
                <a:ea typeface="DejaVu Sans"/>
              </a:rPr>
              <a:t>variety of convenience methods for </a:t>
            </a:r>
            <a:r>
              <a:rPr b="0" lang="en-US" sz="2800" spc="-7" strike="noStrike">
                <a:solidFill>
                  <a:srgbClr val="000000"/>
                </a:solidFill>
                <a:latin typeface="Arial"/>
                <a:ea typeface="DejaVu Sans"/>
              </a:rPr>
              <a:t>commonly </a:t>
            </a:r>
            <a:r>
              <a:rPr b="0" lang="en-US" sz="2800" spc="-1" strike="noStrike">
                <a:solidFill>
                  <a:srgbClr val="000000"/>
                </a:solidFill>
                <a:latin typeface="Arial"/>
                <a:ea typeface="DejaVu Sans"/>
              </a:rPr>
              <a:t>used </a:t>
            </a:r>
            <a:r>
              <a:rPr b="0" lang="en-US" sz="2800" spc="-766" strike="noStrike">
                <a:solidFill>
                  <a:srgbClr val="000000"/>
                </a:solidFill>
                <a:latin typeface="Arial"/>
                <a:ea typeface="DejaVu Sans"/>
              </a:rPr>
              <a:t> </a:t>
            </a:r>
            <a:r>
              <a:rPr b="0" lang="en-US" sz="2800" spc="-1" strike="noStrike">
                <a:solidFill>
                  <a:srgbClr val="000000"/>
                </a:solidFill>
                <a:latin typeface="Arial"/>
                <a:ea typeface="DejaVu Sans"/>
              </a:rPr>
              <a:t>configurations.</a:t>
            </a:r>
            <a:endParaRPr b="0" lang="en-US" sz="2800" spc="-1" strike="noStrike">
              <a:latin typeface="Arial"/>
            </a:endParaRPr>
          </a:p>
          <a:p>
            <a:pPr marL="355680" indent="-342000" algn="just">
              <a:lnSpc>
                <a:spcPct val="100000"/>
              </a:lnSpc>
              <a:spcBef>
                <a:spcPts val="675"/>
              </a:spcBef>
              <a:buClr>
                <a:srgbClr val="330066"/>
              </a:buClr>
              <a:buSzPct val="70000"/>
              <a:buFont typeface="Wingdings" charset="2"/>
              <a:buChar char=""/>
              <a:tabLst>
                <a:tab algn="l" pos="355680"/>
              </a:tabLst>
            </a:pPr>
            <a:r>
              <a:rPr b="0" lang="en-US" sz="2800" spc="-7" strike="noStrike">
                <a:solidFill>
                  <a:srgbClr val="000000"/>
                </a:solidFill>
                <a:latin typeface="Arial"/>
                <a:ea typeface="DejaVu Sans"/>
              </a:rPr>
              <a:t>The </a:t>
            </a:r>
            <a:r>
              <a:rPr b="0" lang="en-US" sz="2800" spc="-1" strike="noStrike">
                <a:solidFill>
                  <a:srgbClr val="000000"/>
                </a:solidFill>
                <a:latin typeface="Arial"/>
                <a:ea typeface="DejaVu Sans"/>
              </a:rPr>
              <a:t>message boxes </a:t>
            </a:r>
            <a:r>
              <a:rPr b="0" lang="en-US" sz="2800" spc="-7" strike="noStrike">
                <a:solidFill>
                  <a:srgbClr val="000000"/>
                </a:solidFill>
                <a:latin typeface="Arial"/>
                <a:ea typeface="DejaVu Sans"/>
              </a:rPr>
              <a:t>are </a:t>
            </a:r>
            <a:r>
              <a:rPr b="0" lang="en-US" sz="2800" spc="-1" strike="noStrike">
                <a:solidFill>
                  <a:srgbClr val="000000"/>
                </a:solidFill>
                <a:latin typeface="Arial"/>
                <a:ea typeface="DejaVu Sans"/>
              </a:rPr>
              <a:t>modal and </a:t>
            </a:r>
            <a:r>
              <a:rPr b="0" lang="en-US" sz="2800" spc="-7" strike="noStrike">
                <a:solidFill>
                  <a:srgbClr val="000000"/>
                </a:solidFill>
                <a:latin typeface="Arial"/>
                <a:ea typeface="DejaVu Sans"/>
              </a:rPr>
              <a:t>will </a:t>
            </a:r>
            <a:r>
              <a:rPr b="0" lang="en-US" sz="2800" spc="-1" strike="noStrike">
                <a:solidFill>
                  <a:srgbClr val="000000"/>
                </a:solidFill>
                <a:latin typeface="Arial"/>
                <a:ea typeface="DejaVu Sans"/>
              </a:rPr>
              <a:t>return </a:t>
            </a:r>
            <a:r>
              <a:rPr b="0" lang="en-US" sz="2800" spc="-7" strike="noStrike">
                <a:solidFill>
                  <a:srgbClr val="000000"/>
                </a:solidFill>
                <a:latin typeface="Arial"/>
                <a:ea typeface="DejaVu Sans"/>
              </a:rPr>
              <a:t>a </a:t>
            </a:r>
            <a:r>
              <a:rPr b="0" lang="en-US" sz="2800" spc="-1" strike="noStrike">
                <a:solidFill>
                  <a:srgbClr val="000000"/>
                </a:solidFill>
                <a:latin typeface="Arial"/>
                <a:ea typeface="DejaVu Sans"/>
              </a:rPr>
              <a:t>subset </a:t>
            </a:r>
            <a:r>
              <a:rPr b="0" lang="en-US" sz="2800" spc="-7" strike="noStrike">
                <a:solidFill>
                  <a:srgbClr val="000000"/>
                </a:solidFill>
                <a:latin typeface="Arial"/>
                <a:ea typeface="DejaVu Sans"/>
              </a:rPr>
              <a:t>of (True, </a:t>
            </a:r>
            <a:r>
              <a:rPr b="0" lang="en-US" sz="2800" spc="-766" strike="noStrike">
                <a:solidFill>
                  <a:srgbClr val="000000"/>
                </a:solidFill>
                <a:latin typeface="Arial"/>
                <a:ea typeface="DejaVu Sans"/>
              </a:rPr>
              <a:t> </a:t>
            </a:r>
            <a:r>
              <a:rPr b="0" lang="en-US" sz="2800" spc="-1" strike="noStrike">
                <a:solidFill>
                  <a:srgbClr val="000000"/>
                </a:solidFill>
                <a:latin typeface="Arial"/>
                <a:ea typeface="DejaVu Sans"/>
              </a:rPr>
              <a:t>False, </a:t>
            </a:r>
            <a:r>
              <a:rPr b="0" lang="en-US" sz="2800" spc="-7" strike="noStrike">
                <a:solidFill>
                  <a:srgbClr val="000000"/>
                </a:solidFill>
                <a:latin typeface="Arial"/>
                <a:ea typeface="DejaVu Sans"/>
              </a:rPr>
              <a:t>OK,</a:t>
            </a:r>
            <a:r>
              <a:rPr b="0" lang="en-US" sz="2800" spc="-1" strike="noStrike">
                <a:solidFill>
                  <a:srgbClr val="000000"/>
                </a:solidFill>
                <a:latin typeface="Arial"/>
                <a:ea typeface="DejaVu Sans"/>
              </a:rPr>
              <a:t> </a:t>
            </a:r>
            <a:r>
              <a:rPr b="0" lang="en-US" sz="2800" spc="-7" strike="noStrike">
                <a:solidFill>
                  <a:srgbClr val="000000"/>
                </a:solidFill>
                <a:latin typeface="Arial"/>
                <a:ea typeface="DejaVu Sans"/>
              </a:rPr>
              <a:t>None,</a:t>
            </a:r>
            <a:r>
              <a:rPr b="0" lang="en-US" sz="2800" spc="-1" strike="noStrike">
                <a:solidFill>
                  <a:srgbClr val="000000"/>
                </a:solidFill>
                <a:latin typeface="Arial"/>
                <a:ea typeface="DejaVu Sans"/>
              </a:rPr>
              <a:t> Yes, </a:t>
            </a:r>
            <a:r>
              <a:rPr b="0" lang="en-US" sz="2800" spc="-12" strike="noStrike">
                <a:solidFill>
                  <a:srgbClr val="000000"/>
                </a:solidFill>
                <a:latin typeface="Arial"/>
                <a:ea typeface="DejaVu Sans"/>
              </a:rPr>
              <a:t>No)</a:t>
            </a:r>
            <a:r>
              <a:rPr b="0" lang="en-US" sz="2800" spc="12" strike="noStrike">
                <a:solidFill>
                  <a:srgbClr val="000000"/>
                </a:solidFill>
                <a:latin typeface="Arial"/>
                <a:ea typeface="DejaVu Sans"/>
              </a:rPr>
              <a:t> </a:t>
            </a:r>
            <a:r>
              <a:rPr b="0" lang="en-US" sz="2800" spc="-1" strike="noStrike">
                <a:solidFill>
                  <a:srgbClr val="000000"/>
                </a:solidFill>
                <a:latin typeface="Arial"/>
                <a:ea typeface="DejaVu Sans"/>
              </a:rPr>
              <a:t>based </a:t>
            </a:r>
            <a:r>
              <a:rPr b="0" lang="en-US" sz="2800" spc="-7" strike="noStrike">
                <a:solidFill>
                  <a:srgbClr val="000000"/>
                </a:solidFill>
                <a:latin typeface="Arial"/>
                <a:ea typeface="DejaVu Sans"/>
              </a:rPr>
              <a:t>on</a:t>
            </a:r>
            <a:r>
              <a:rPr b="0" lang="en-US" sz="2800" spc="4" strike="noStrike">
                <a:solidFill>
                  <a:srgbClr val="000000"/>
                </a:solidFill>
                <a:latin typeface="Arial"/>
                <a:ea typeface="DejaVu Sans"/>
              </a:rPr>
              <a:t> </a:t>
            </a:r>
            <a:r>
              <a:rPr b="0" lang="en-US" sz="2800" spc="-1" strike="noStrike">
                <a:solidFill>
                  <a:srgbClr val="000000"/>
                </a:solidFill>
                <a:latin typeface="Arial"/>
                <a:ea typeface="DejaVu Sans"/>
              </a:rPr>
              <a:t>the </a:t>
            </a:r>
            <a:r>
              <a:rPr b="0" lang="en-US" sz="2800" spc="-7" strike="noStrike">
                <a:solidFill>
                  <a:srgbClr val="000000"/>
                </a:solidFill>
                <a:latin typeface="Arial"/>
                <a:ea typeface="DejaVu Sans"/>
              </a:rPr>
              <a:t>user’s</a:t>
            </a:r>
            <a:r>
              <a:rPr b="0" lang="en-US" sz="2800" spc="-1" strike="noStrike">
                <a:solidFill>
                  <a:srgbClr val="000000"/>
                </a:solidFill>
                <a:latin typeface="Arial"/>
                <a:ea typeface="DejaVu Sans"/>
              </a:rPr>
              <a:t> </a:t>
            </a:r>
            <a:r>
              <a:rPr b="0" lang="en-US" sz="2800" spc="-7" strike="noStrike">
                <a:solidFill>
                  <a:srgbClr val="000000"/>
                </a:solidFill>
                <a:latin typeface="Arial"/>
                <a:ea typeface="DejaVu Sans"/>
              </a:rPr>
              <a:t>selection.</a:t>
            </a:r>
            <a:endParaRPr b="0" lang="en-US" sz="2800" spc="-1" strike="noStrike">
              <a:latin typeface="Arial"/>
            </a:endParaRPr>
          </a:p>
          <a:p>
            <a:pPr marL="355680" indent="-342000" algn="just">
              <a:lnSpc>
                <a:spcPct val="100000"/>
              </a:lnSpc>
              <a:spcBef>
                <a:spcPts val="675"/>
              </a:spcBef>
              <a:buClr>
                <a:srgbClr val="330066"/>
              </a:buClr>
              <a:buSzPct val="70000"/>
              <a:buFont typeface="Wingdings" charset="2"/>
              <a:buChar char=""/>
              <a:tabLst>
                <a:tab algn="l" pos="355680"/>
              </a:tabLst>
            </a:pPr>
            <a:r>
              <a:rPr b="0" lang="en-US" sz="2800" spc="-7" strike="noStrike">
                <a:solidFill>
                  <a:srgbClr val="000000"/>
                </a:solidFill>
                <a:latin typeface="Arial"/>
                <a:ea typeface="DejaVu Sans"/>
              </a:rPr>
              <a:t>Common </a:t>
            </a:r>
            <a:r>
              <a:rPr b="0" lang="en-US" sz="2800" spc="-1" strike="noStrike">
                <a:solidFill>
                  <a:srgbClr val="000000"/>
                </a:solidFill>
                <a:latin typeface="Arial"/>
                <a:ea typeface="DejaVu Sans"/>
              </a:rPr>
              <a:t>message box styles and layouts include </a:t>
            </a:r>
            <a:r>
              <a:rPr b="0" lang="en-US" sz="2800" spc="-7" strike="noStrike">
                <a:solidFill>
                  <a:srgbClr val="000000"/>
                </a:solidFill>
                <a:latin typeface="Arial"/>
                <a:ea typeface="DejaVu Sans"/>
              </a:rPr>
              <a:t>but </a:t>
            </a:r>
            <a:r>
              <a:rPr b="0" lang="en-US" sz="2800" spc="-1" strike="noStrike">
                <a:solidFill>
                  <a:srgbClr val="000000"/>
                </a:solidFill>
                <a:latin typeface="Arial"/>
                <a:ea typeface="DejaVu Sans"/>
              </a:rPr>
              <a:t>are not </a:t>
            </a:r>
            <a:r>
              <a:rPr b="0" lang="en-US" sz="2800" spc="-766" strike="noStrike">
                <a:solidFill>
                  <a:srgbClr val="000000"/>
                </a:solidFill>
                <a:latin typeface="Arial"/>
                <a:ea typeface="DejaVu Sans"/>
              </a:rPr>
              <a:t> </a:t>
            </a:r>
            <a:r>
              <a:rPr b="0" lang="en-US" sz="2800" spc="-7" strike="noStrike">
                <a:solidFill>
                  <a:srgbClr val="000000"/>
                </a:solidFill>
                <a:latin typeface="Arial"/>
                <a:ea typeface="DejaVu Sans"/>
              </a:rPr>
              <a:t>limited</a:t>
            </a:r>
            <a:r>
              <a:rPr b="0" lang="en-US" sz="2800" spc="4" strike="noStrike">
                <a:solidFill>
                  <a:srgbClr val="000000"/>
                </a:solidFill>
                <a:latin typeface="Arial"/>
                <a:ea typeface="DejaVu Sans"/>
              </a:rPr>
              <a:t> </a:t>
            </a:r>
            <a:r>
              <a:rPr b="0" lang="en-US" sz="2800" spc="-1" strike="noStrike">
                <a:solidFill>
                  <a:srgbClr val="000000"/>
                </a:solidFill>
                <a:latin typeface="Arial"/>
                <a:ea typeface="DejaVu Sans"/>
              </a:rPr>
              <a:t>to:</a:t>
            </a:r>
            <a:endParaRPr b="0" lang="en-US" sz="2800" spc="-1" strike="noStrike">
              <a:latin typeface="Arial"/>
            </a:endParaRPr>
          </a:p>
        </p:txBody>
      </p:sp>
      <p:pic>
        <p:nvPicPr>
          <p:cNvPr id="493" name="object 4" descr=""/>
          <p:cNvPicPr/>
          <p:nvPr/>
        </p:nvPicPr>
        <p:blipFill>
          <a:blip r:embed="rId1"/>
          <a:stretch/>
        </p:blipFill>
        <p:spPr>
          <a:xfrm>
            <a:off x="531720" y="4602600"/>
            <a:ext cx="11361960" cy="2254320"/>
          </a:xfrm>
          <a:prstGeom prst="rect">
            <a:avLst/>
          </a:prstGeom>
          <a:ln>
            <a:noFill/>
          </a:ln>
        </p:spPr>
      </p:pic>
      <p:sp>
        <p:nvSpPr>
          <p:cNvPr id="494" name="CustomShape 3"/>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631A7E96-03B8-4B51-9EA1-FEAFFE29802B}"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5" name="object 2" descr=""/>
          <p:cNvPicPr/>
          <p:nvPr/>
        </p:nvPicPr>
        <p:blipFill>
          <a:blip r:embed="rId1"/>
          <a:stretch/>
        </p:blipFill>
        <p:spPr>
          <a:xfrm>
            <a:off x="732600" y="484200"/>
            <a:ext cx="9491400" cy="5857560"/>
          </a:xfrm>
          <a:prstGeom prst="rect">
            <a:avLst/>
          </a:prstGeom>
          <a:ln>
            <a:noFill/>
          </a:ln>
        </p:spPr>
      </p:pic>
      <p:sp>
        <p:nvSpPr>
          <p:cNvPr id="496"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0DCA121D-E07F-466C-A72F-C9E405D53BE8}"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7" name="object 2" descr=""/>
          <p:cNvPicPr/>
          <p:nvPr/>
        </p:nvPicPr>
        <p:blipFill>
          <a:blip r:embed="rId1"/>
          <a:stretch/>
        </p:blipFill>
        <p:spPr>
          <a:xfrm>
            <a:off x="90000" y="1959840"/>
            <a:ext cx="5257440" cy="2330640"/>
          </a:xfrm>
          <a:prstGeom prst="rect">
            <a:avLst/>
          </a:prstGeom>
          <a:ln>
            <a:noFill/>
          </a:ln>
        </p:spPr>
      </p:pic>
      <p:pic>
        <p:nvPicPr>
          <p:cNvPr id="498" name="object 3" descr=""/>
          <p:cNvPicPr/>
          <p:nvPr/>
        </p:nvPicPr>
        <p:blipFill>
          <a:blip r:embed="rId2"/>
          <a:stretch/>
        </p:blipFill>
        <p:spPr>
          <a:xfrm>
            <a:off x="6688800" y="2566440"/>
            <a:ext cx="4246200" cy="1724040"/>
          </a:xfrm>
          <a:prstGeom prst="rect">
            <a:avLst/>
          </a:prstGeom>
          <a:ln>
            <a:noFill/>
          </a:ln>
        </p:spPr>
      </p:pic>
      <p:pic>
        <p:nvPicPr>
          <p:cNvPr id="499" name="object 4" descr=""/>
          <p:cNvPicPr/>
          <p:nvPr/>
        </p:nvPicPr>
        <p:blipFill>
          <a:blip r:embed="rId3"/>
          <a:stretch/>
        </p:blipFill>
        <p:spPr>
          <a:xfrm>
            <a:off x="7473600" y="152280"/>
            <a:ext cx="4514400" cy="2127960"/>
          </a:xfrm>
          <a:prstGeom prst="rect">
            <a:avLst/>
          </a:prstGeom>
          <a:ln>
            <a:noFill/>
          </a:ln>
        </p:spPr>
      </p:pic>
      <p:grpSp>
        <p:nvGrpSpPr>
          <p:cNvPr id="500" name="Group 1"/>
          <p:cNvGrpSpPr/>
          <p:nvPr/>
        </p:nvGrpSpPr>
        <p:grpSpPr>
          <a:xfrm>
            <a:off x="2814840" y="66960"/>
            <a:ext cx="4503960" cy="2818440"/>
            <a:chOff x="2814840" y="66960"/>
            <a:chExt cx="4503960" cy="2818440"/>
          </a:xfrm>
        </p:grpSpPr>
        <p:pic>
          <p:nvPicPr>
            <p:cNvPr id="501" name="object 6" descr=""/>
            <p:cNvPicPr/>
            <p:nvPr/>
          </p:nvPicPr>
          <p:blipFill>
            <a:blip r:embed="rId4"/>
            <a:stretch/>
          </p:blipFill>
          <p:spPr>
            <a:xfrm>
              <a:off x="4204800" y="66960"/>
              <a:ext cx="2313720" cy="1890360"/>
            </a:xfrm>
            <a:prstGeom prst="rect">
              <a:avLst/>
            </a:prstGeom>
            <a:ln>
              <a:noFill/>
            </a:ln>
          </p:spPr>
        </p:pic>
        <p:pic>
          <p:nvPicPr>
            <p:cNvPr id="502" name="object 7" descr=""/>
            <p:cNvPicPr/>
            <p:nvPr/>
          </p:nvPicPr>
          <p:blipFill>
            <a:blip r:embed="rId5"/>
            <a:stretch/>
          </p:blipFill>
          <p:spPr>
            <a:xfrm>
              <a:off x="2814840" y="1679400"/>
              <a:ext cx="1690560" cy="1206000"/>
            </a:xfrm>
            <a:prstGeom prst="rect">
              <a:avLst/>
            </a:prstGeom>
            <a:ln>
              <a:noFill/>
            </a:ln>
          </p:spPr>
        </p:pic>
        <p:sp>
          <p:nvSpPr>
            <p:cNvPr id="503" name="CustomShape 2"/>
            <p:cNvSpPr/>
            <p:nvPr/>
          </p:nvSpPr>
          <p:spPr>
            <a:xfrm>
              <a:off x="2972520" y="1699560"/>
              <a:ext cx="1495440" cy="1009080"/>
            </a:xfrm>
            <a:custGeom>
              <a:avLst/>
              <a:gdLst/>
              <a:ahLst/>
              <a:rect l="l" t="t" r="r" b="b"/>
              <a:pathLst>
                <a:path w="1496695" h="1010285">
                  <a:moveTo>
                    <a:pt x="63245" y="899160"/>
                  </a:moveTo>
                  <a:lnTo>
                    <a:pt x="0" y="1010285"/>
                  </a:lnTo>
                  <a:lnTo>
                    <a:pt x="126745" y="994155"/>
                  </a:lnTo>
                  <a:lnTo>
                    <a:pt x="112738" y="973201"/>
                  </a:lnTo>
                  <a:lnTo>
                    <a:pt x="89788" y="973201"/>
                  </a:lnTo>
                  <a:lnTo>
                    <a:pt x="68580" y="941451"/>
                  </a:lnTo>
                  <a:lnTo>
                    <a:pt x="84426" y="930846"/>
                  </a:lnTo>
                  <a:lnTo>
                    <a:pt x="63245" y="899160"/>
                  </a:lnTo>
                  <a:close/>
                  <a:moveTo>
                    <a:pt x="84426" y="930846"/>
                  </a:moveTo>
                  <a:lnTo>
                    <a:pt x="68580" y="941451"/>
                  </a:lnTo>
                  <a:lnTo>
                    <a:pt x="89788" y="973201"/>
                  </a:lnTo>
                  <a:lnTo>
                    <a:pt x="105644" y="962588"/>
                  </a:lnTo>
                  <a:lnTo>
                    <a:pt x="84426" y="930846"/>
                  </a:lnTo>
                  <a:close/>
                  <a:moveTo>
                    <a:pt x="105644" y="962588"/>
                  </a:moveTo>
                  <a:lnTo>
                    <a:pt x="89788" y="973201"/>
                  </a:lnTo>
                  <a:lnTo>
                    <a:pt x="112738" y="973201"/>
                  </a:lnTo>
                  <a:lnTo>
                    <a:pt x="105644" y="962588"/>
                  </a:lnTo>
                  <a:close/>
                  <a:moveTo>
                    <a:pt x="1475359" y="0"/>
                  </a:moveTo>
                  <a:lnTo>
                    <a:pt x="84426" y="930846"/>
                  </a:lnTo>
                  <a:lnTo>
                    <a:pt x="105644" y="962588"/>
                  </a:lnTo>
                  <a:lnTo>
                    <a:pt x="1496440" y="31750"/>
                  </a:lnTo>
                  <a:lnTo>
                    <a:pt x="1475359" y="0"/>
                  </a:lnTo>
                  <a:close/>
                </a:path>
              </a:pathLst>
            </a:custGeom>
            <a:solidFill>
              <a:srgbClr val="ff0000"/>
            </a:solidFill>
            <a:ln>
              <a:noFill/>
            </a:ln>
          </p:spPr>
          <p:style>
            <a:lnRef idx="0"/>
            <a:fillRef idx="0"/>
            <a:effectRef idx="0"/>
            <a:fontRef idx="minor"/>
          </p:style>
        </p:sp>
        <p:pic>
          <p:nvPicPr>
            <p:cNvPr id="504" name="object 9" descr=""/>
            <p:cNvPicPr/>
            <p:nvPr/>
          </p:nvPicPr>
          <p:blipFill>
            <a:blip r:embed="rId6"/>
            <a:stretch/>
          </p:blipFill>
          <p:spPr>
            <a:xfrm>
              <a:off x="6042600" y="1680840"/>
              <a:ext cx="1276200" cy="1061280"/>
            </a:xfrm>
            <a:prstGeom prst="rect">
              <a:avLst/>
            </a:prstGeom>
            <a:ln>
              <a:noFill/>
            </a:ln>
          </p:spPr>
        </p:pic>
        <p:sp>
          <p:nvSpPr>
            <p:cNvPr id="505" name="CustomShape 3"/>
            <p:cNvSpPr/>
            <p:nvPr/>
          </p:nvSpPr>
          <p:spPr>
            <a:xfrm>
              <a:off x="6085080" y="1700280"/>
              <a:ext cx="1081440" cy="866160"/>
            </a:xfrm>
            <a:custGeom>
              <a:avLst/>
              <a:gdLst/>
              <a:ahLst/>
              <a:rect l="l" t="t" r="r" b="b"/>
              <a:pathLst>
                <a:path w="1082675" h="867410">
                  <a:moveTo>
                    <a:pt x="981206" y="811005"/>
                  </a:moveTo>
                  <a:lnTo>
                    <a:pt x="957452" y="840867"/>
                  </a:lnTo>
                  <a:lnTo>
                    <a:pt x="1082421" y="867283"/>
                  </a:lnTo>
                  <a:lnTo>
                    <a:pt x="1061755" y="822833"/>
                  </a:lnTo>
                  <a:lnTo>
                    <a:pt x="996060" y="822833"/>
                  </a:lnTo>
                  <a:lnTo>
                    <a:pt x="981206" y="811005"/>
                  </a:lnTo>
                  <a:close/>
                  <a:moveTo>
                    <a:pt x="1004887" y="781234"/>
                  </a:moveTo>
                  <a:lnTo>
                    <a:pt x="981206" y="811005"/>
                  </a:lnTo>
                  <a:lnTo>
                    <a:pt x="996060" y="822833"/>
                  </a:lnTo>
                  <a:lnTo>
                    <a:pt x="1019809" y="793114"/>
                  </a:lnTo>
                  <a:lnTo>
                    <a:pt x="1004887" y="781234"/>
                  </a:lnTo>
                  <a:close/>
                  <a:moveTo>
                    <a:pt x="1028573" y="751459"/>
                  </a:moveTo>
                  <a:lnTo>
                    <a:pt x="1004887" y="781234"/>
                  </a:lnTo>
                  <a:lnTo>
                    <a:pt x="1019809" y="793114"/>
                  </a:lnTo>
                  <a:lnTo>
                    <a:pt x="996060" y="822833"/>
                  </a:lnTo>
                  <a:lnTo>
                    <a:pt x="1061755" y="822833"/>
                  </a:lnTo>
                  <a:lnTo>
                    <a:pt x="1028573" y="751459"/>
                  </a:lnTo>
                  <a:close/>
                  <a:moveTo>
                    <a:pt x="23622" y="0"/>
                  </a:moveTo>
                  <a:lnTo>
                    <a:pt x="0" y="29718"/>
                  </a:lnTo>
                  <a:lnTo>
                    <a:pt x="981206" y="811005"/>
                  </a:lnTo>
                  <a:lnTo>
                    <a:pt x="1004887" y="781234"/>
                  </a:lnTo>
                  <a:lnTo>
                    <a:pt x="23622" y="0"/>
                  </a:lnTo>
                  <a:close/>
                </a:path>
              </a:pathLst>
            </a:custGeom>
            <a:solidFill>
              <a:srgbClr val="ff0000"/>
            </a:solidFill>
            <a:ln>
              <a:noFill/>
            </a:ln>
          </p:spPr>
          <p:style>
            <a:lnRef idx="0"/>
            <a:fillRef idx="0"/>
            <a:effectRef idx="0"/>
            <a:fontRef idx="minor"/>
          </p:style>
        </p:sp>
      </p:grpSp>
      <p:grpSp>
        <p:nvGrpSpPr>
          <p:cNvPr id="506" name="Group 4"/>
          <p:cNvGrpSpPr/>
          <p:nvPr/>
        </p:nvGrpSpPr>
        <p:grpSpPr>
          <a:xfrm>
            <a:off x="10535400" y="2007000"/>
            <a:ext cx="553680" cy="2138760"/>
            <a:chOff x="10535400" y="2007000"/>
            <a:chExt cx="553680" cy="2138760"/>
          </a:xfrm>
        </p:grpSpPr>
        <p:pic>
          <p:nvPicPr>
            <p:cNvPr id="507" name="object 12" descr=""/>
            <p:cNvPicPr/>
            <p:nvPr/>
          </p:nvPicPr>
          <p:blipFill>
            <a:blip r:embed="rId7"/>
            <a:stretch/>
          </p:blipFill>
          <p:spPr>
            <a:xfrm>
              <a:off x="10535400" y="2007000"/>
              <a:ext cx="553680" cy="2138760"/>
            </a:xfrm>
            <a:prstGeom prst="rect">
              <a:avLst/>
            </a:prstGeom>
            <a:ln>
              <a:noFill/>
            </a:ln>
          </p:spPr>
        </p:pic>
        <p:sp>
          <p:nvSpPr>
            <p:cNvPr id="508" name="CustomShape 5"/>
            <p:cNvSpPr/>
            <p:nvPr/>
          </p:nvSpPr>
          <p:spPr>
            <a:xfrm>
              <a:off x="10578240" y="2142000"/>
              <a:ext cx="395280" cy="1942200"/>
            </a:xfrm>
            <a:custGeom>
              <a:avLst/>
              <a:gdLst/>
              <a:ahLst/>
              <a:rect l="l" t="t" r="r" b="b"/>
              <a:pathLst>
                <a:path w="396240" h="1943100">
                  <a:moveTo>
                    <a:pt x="320809" y="109313"/>
                  </a:moveTo>
                  <a:lnTo>
                    <a:pt x="0" y="1936495"/>
                  </a:lnTo>
                  <a:lnTo>
                    <a:pt x="37591" y="1943099"/>
                  </a:lnTo>
                  <a:lnTo>
                    <a:pt x="358285" y="115862"/>
                  </a:lnTo>
                  <a:lnTo>
                    <a:pt x="320809" y="109313"/>
                  </a:lnTo>
                  <a:close/>
                  <a:moveTo>
                    <a:pt x="386335" y="90550"/>
                  </a:moveTo>
                  <a:lnTo>
                    <a:pt x="324103" y="90550"/>
                  </a:lnTo>
                  <a:lnTo>
                    <a:pt x="361568" y="97154"/>
                  </a:lnTo>
                  <a:lnTo>
                    <a:pt x="358285" y="115862"/>
                  </a:lnTo>
                  <a:lnTo>
                    <a:pt x="395858" y="122427"/>
                  </a:lnTo>
                  <a:lnTo>
                    <a:pt x="386335" y="90550"/>
                  </a:lnTo>
                  <a:close/>
                  <a:moveTo>
                    <a:pt x="324103" y="90550"/>
                  </a:moveTo>
                  <a:lnTo>
                    <a:pt x="320809" y="109313"/>
                  </a:lnTo>
                  <a:lnTo>
                    <a:pt x="358285" y="115862"/>
                  </a:lnTo>
                  <a:lnTo>
                    <a:pt x="361568" y="97154"/>
                  </a:lnTo>
                  <a:lnTo>
                    <a:pt x="324103" y="90550"/>
                  </a:lnTo>
                  <a:close/>
                  <a:moveTo>
                    <a:pt x="359282" y="0"/>
                  </a:moveTo>
                  <a:lnTo>
                    <a:pt x="283209" y="102742"/>
                  </a:lnTo>
                  <a:lnTo>
                    <a:pt x="320809" y="109313"/>
                  </a:lnTo>
                  <a:lnTo>
                    <a:pt x="324103" y="90550"/>
                  </a:lnTo>
                  <a:lnTo>
                    <a:pt x="386335" y="90550"/>
                  </a:lnTo>
                  <a:lnTo>
                    <a:pt x="359282" y="0"/>
                  </a:lnTo>
                  <a:close/>
                </a:path>
              </a:pathLst>
            </a:custGeom>
            <a:solidFill>
              <a:srgbClr val="ff0000"/>
            </a:solidFill>
            <a:ln>
              <a:noFill/>
            </a:ln>
          </p:spPr>
          <p:style>
            <a:lnRef idx="0"/>
            <a:fillRef idx="0"/>
            <a:effectRef idx="0"/>
            <a:fontRef idx="minor"/>
          </p:style>
        </p:sp>
      </p:grpSp>
      <p:grpSp>
        <p:nvGrpSpPr>
          <p:cNvPr id="509" name="Group 6"/>
          <p:cNvGrpSpPr/>
          <p:nvPr/>
        </p:nvGrpSpPr>
        <p:grpSpPr>
          <a:xfrm>
            <a:off x="6797160" y="3957840"/>
            <a:ext cx="3362400" cy="2499840"/>
            <a:chOff x="6797160" y="3957840"/>
            <a:chExt cx="3362400" cy="2499840"/>
          </a:xfrm>
        </p:grpSpPr>
        <p:pic>
          <p:nvPicPr>
            <p:cNvPr id="510" name="object 15" descr=""/>
            <p:cNvPicPr/>
            <p:nvPr/>
          </p:nvPicPr>
          <p:blipFill>
            <a:blip r:embed="rId8"/>
            <a:stretch/>
          </p:blipFill>
          <p:spPr>
            <a:xfrm>
              <a:off x="6797160" y="4883040"/>
              <a:ext cx="3362400" cy="1574640"/>
            </a:xfrm>
            <a:prstGeom prst="rect">
              <a:avLst/>
            </a:prstGeom>
            <a:ln>
              <a:noFill/>
            </a:ln>
          </p:spPr>
        </p:pic>
        <p:pic>
          <p:nvPicPr>
            <p:cNvPr id="511" name="object 16" descr=""/>
            <p:cNvPicPr/>
            <p:nvPr/>
          </p:nvPicPr>
          <p:blipFill>
            <a:blip r:embed="rId9"/>
            <a:stretch/>
          </p:blipFill>
          <p:spPr>
            <a:xfrm>
              <a:off x="8946000" y="3957840"/>
              <a:ext cx="960480" cy="1280520"/>
            </a:xfrm>
            <a:prstGeom prst="rect">
              <a:avLst/>
            </a:prstGeom>
            <a:ln>
              <a:noFill/>
            </a:ln>
          </p:spPr>
        </p:pic>
        <p:sp>
          <p:nvSpPr>
            <p:cNvPr id="512" name="CustomShape 7"/>
            <p:cNvSpPr/>
            <p:nvPr/>
          </p:nvSpPr>
          <p:spPr>
            <a:xfrm>
              <a:off x="9103680" y="3978000"/>
              <a:ext cx="765360" cy="1083960"/>
            </a:xfrm>
            <a:custGeom>
              <a:avLst/>
              <a:gdLst/>
              <a:ahLst/>
              <a:rect l="l" t="t" r="r" b="b"/>
              <a:pathLst>
                <a:path w="766445" h="1085214">
                  <a:moveTo>
                    <a:pt x="18668" y="958469"/>
                  </a:moveTo>
                  <a:lnTo>
                    <a:pt x="0" y="1084833"/>
                  </a:lnTo>
                  <a:lnTo>
                    <a:pt x="112267" y="1023874"/>
                  </a:lnTo>
                  <a:lnTo>
                    <a:pt x="103544" y="1017777"/>
                  </a:lnTo>
                  <a:lnTo>
                    <a:pt x="70230" y="1017777"/>
                  </a:lnTo>
                  <a:lnTo>
                    <a:pt x="38988" y="995933"/>
                  </a:lnTo>
                  <a:lnTo>
                    <a:pt x="49912" y="980301"/>
                  </a:lnTo>
                  <a:lnTo>
                    <a:pt x="18668" y="958469"/>
                  </a:lnTo>
                  <a:close/>
                  <a:moveTo>
                    <a:pt x="49912" y="980301"/>
                  </a:moveTo>
                  <a:lnTo>
                    <a:pt x="38988" y="995933"/>
                  </a:lnTo>
                  <a:lnTo>
                    <a:pt x="70230" y="1017777"/>
                  </a:lnTo>
                  <a:lnTo>
                    <a:pt x="81160" y="1002137"/>
                  </a:lnTo>
                  <a:lnTo>
                    <a:pt x="49912" y="980301"/>
                  </a:lnTo>
                  <a:close/>
                  <a:moveTo>
                    <a:pt x="81160" y="1002137"/>
                  </a:moveTo>
                  <a:lnTo>
                    <a:pt x="70230" y="1017777"/>
                  </a:lnTo>
                  <a:lnTo>
                    <a:pt x="103544" y="1017777"/>
                  </a:lnTo>
                  <a:lnTo>
                    <a:pt x="81160" y="1002137"/>
                  </a:lnTo>
                  <a:close/>
                  <a:moveTo>
                    <a:pt x="734949" y="0"/>
                  </a:moveTo>
                  <a:lnTo>
                    <a:pt x="49912" y="980301"/>
                  </a:lnTo>
                  <a:lnTo>
                    <a:pt x="81160" y="1002137"/>
                  </a:lnTo>
                  <a:lnTo>
                    <a:pt x="766190" y="21843"/>
                  </a:lnTo>
                  <a:lnTo>
                    <a:pt x="734949" y="0"/>
                  </a:lnTo>
                  <a:close/>
                </a:path>
              </a:pathLst>
            </a:custGeom>
            <a:solidFill>
              <a:srgbClr val="ff0000"/>
            </a:solidFill>
            <a:ln>
              <a:noFill/>
            </a:ln>
          </p:spPr>
          <p:style>
            <a:lnRef idx="0"/>
            <a:fillRef idx="0"/>
            <a:effectRef idx="0"/>
            <a:fontRef idx="minor"/>
          </p:style>
        </p:sp>
      </p:grpSp>
      <p:sp>
        <p:nvSpPr>
          <p:cNvPr id="513" name="CustomShape 8"/>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2B023B0A-6BCB-4E4C-9101-D4F4FC929597}"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14" name="Group 1"/>
          <p:cNvGrpSpPr/>
          <p:nvPr/>
        </p:nvGrpSpPr>
        <p:grpSpPr>
          <a:xfrm>
            <a:off x="0" y="0"/>
            <a:ext cx="12191040" cy="6856920"/>
            <a:chOff x="0" y="0"/>
            <a:chExt cx="12191040" cy="6856920"/>
          </a:xfrm>
        </p:grpSpPr>
        <p:pic>
          <p:nvPicPr>
            <p:cNvPr id="515" name="object 3" descr=""/>
            <p:cNvPicPr/>
            <p:nvPr/>
          </p:nvPicPr>
          <p:blipFill>
            <a:blip r:embed="rId1"/>
            <a:stretch/>
          </p:blipFill>
          <p:spPr>
            <a:xfrm>
              <a:off x="0" y="2197440"/>
              <a:ext cx="7747920" cy="4659480"/>
            </a:xfrm>
            <a:prstGeom prst="rect">
              <a:avLst/>
            </a:prstGeom>
            <a:ln>
              <a:noFill/>
            </a:ln>
          </p:spPr>
        </p:pic>
        <p:pic>
          <p:nvPicPr>
            <p:cNvPr id="516" name="object 4" descr=""/>
            <p:cNvPicPr/>
            <p:nvPr/>
          </p:nvPicPr>
          <p:blipFill>
            <a:blip r:embed="rId2"/>
            <a:stretch/>
          </p:blipFill>
          <p:spPr>
            <a:xfrm>
              <a:off x="202680" y="2477880"/>
              <a:ext cx="7248600" cy="4226400"/>
            </a:xfrm>
            <a:prstGeom prst="rect">
              <a:avLst/>
            </a:prstGeom>
            <a:ln>
              <a:noFill/>
            </a:ln>
          </p:spPr>
        </p:pic>
        <p:sp>
          <p:nvSpPr>
            <p:cNvPr id="517" name="CustomShape 2"/>
            <p:cNvSpPr/>
            <p:nvPr/>
          </p:nvSpPr>
          <p:spPr>
            <a:xfrm>
              <a:off x="158400" y="2433600"/>
              <a:ext cx="7337520" cy="4316400"/>
            </a:xfrm>
            <a:custGeom>
              <a:avLst/>
              <a:gdLst/>
              <a:ahLst/>
              <a:rect l="l" t="t" r="r" b="b"/>
              <a:pathLst>
                <a:path w="7338695" h="4317365">
                  <a:moveTo>
                    <a:pt x="748207" y="0"/>
                  </a:moveTo>
                  <a:lnTo>
                    <a:pt x="7338567" y="0"/>
                  </a:lnTo>
                  <a:lnTo>
                    <a:pt x="7338567" y="3568611"/>
                  </a:lnTo>
                  <a:lnTo>
                    <a:pt x="7334884" y="3644214"/>
                  </a:lnTo>
                  <a:lnTo>
                    <a:pt x="7323455" y="3718547"/>
                  </a:lnTo>
                  <a:lnTo>
                    <a:pt x="7304912" y="3790340"/>
                  </a:lnTo>
                  <a:lnTo>
                    <a:pt x="7279639" y="3858983"/>
                  </a:lnTo>
                  <a:lnTo>
                    <a:pt x="7248398" y="3924807"/>
                  </a:lnTo>
                  <a:lnTo>
                    <a:pt x="7210806" y="3986504"/>
                  </a:lnTo>
                  <a:lnTo>
                    <a:pt x="7167753" y="4044302"/>
                  </a:lnTo>
                  <a:lnTo>
                    <a:pt x="7119238" y="4097515"/>
                  </a:lnTo>
                  <a:lnTo>
                    <a:pt x="7066153" y="4145546"/>
                  </a:lnTo>
                  <a:lnTo>
                    <a:pt x="7008367" y="4188929"/>
                  </a:lnTo>
                  <a:lnTo>
                    <a:pt x="6946646" y="4226560"/>
                  </a:lnTo>
                  <a:lnTo>
                    <a:pt x="6881240" y="4257802"/>
                  </a:lnTo>
                  <a:lnTo>
                    <a:pt x="6812533" y="4283087"/>
                  </a:lnTo>
                  <a:lnTo>
                    <a:pt x="6740779" y="4301671"/>
                  </a:lnTo>
                  <a:lnTo>
                    <a:pt x="6665976" y="4313069"/>
                  </a:lnTo>
                  <a:lnTo>
                    <a:pt x="6590791" y="4316808"/>
                  </a:lnTo>
                  <a:lnTo>
                    <a:pt x="0" y="4316808"/>
                  </a:lnTo>
                  <a:lnTo>
                    <a:pt x="0" y="748156"/>
                  </a:lnTo>
                  <a:lnTo>
                    <a:pt x="3733" y="672591"/>
                  </a:lnTo>
                  <a:lnTo>
                    <a:pt x="15138" y="598297"/>
                  </a:lnTo>
                  <a:lnTo>
                    <a:pt x="33718" y="526414"/>
                  </a:lnTo>
                  <a:lnTo>
                    <a:pt x="58991" y="457835"/>
                  </a:lnTo>
                  <a:lnTo>
                    <a:pt x="90220" y="392049"/>
                  </a:lnTo>
                  <a:lnTo>
                    <a:pt x="127876" y="330200"/>
                  </a:lnTo>
                  <a:lnTo>
                    <a:pt x="171259" y="272541"/>
                  </a:lnTo>
                  <a:lnTo>
                    <a:pt x="219354" y="219328"/>
                  </a:lnTo>
                  <a:lnTo>
                    <a:pt x="272503" y="171323"/>
                  </a:lnTo>
                  <a:lnTo>
                    <a:pt x="330225" y="127888"/>
                  </a:lnTo>
                  <a:lnTo>
                    <a:pt x="391998" y="90170"/>
                  </a:lnTo>
                  <a:lnTo>
                    <a:pt x="457822" y="59054"/>
                  </a:lnTo>
                  <a:lnTo>
                    <a:pt x="526465" y="33781"/>
                  </a:lnTo>
                  <a:lnTo>
                    <a:pt x="598258" y="15112"/>
                  </a:lnTo>
                  <a:lnTo>
                    <a:pt x="672592" y="3683"/>
                  </a:lnTo>
                  <a:lnTo>
                    <a:pt x="748207" y="0"/>
                  </a:lnTo>
                  <a:close/>
                </a:path>
              </a:pathLst>
            </a:custGeom>
            <a:noFill/>
            <a:ln w="88920">
              <a:solidFill>
                <a:srgbClr val="ffffff"/>
              </a:solidFill>
              <a:round/>
            </a:ln>
          </p:spPr>
          <p:style>
            <a:lnRef idx="0"/>
            <a:fillRef idx="0"/>
            <a:effectRef idx="0"/>
            <a:fontRef idx="minor"/>
          </p:style>
        </p:sp>
        <p:pic>
          <p:nvPicPr>
            <p:cNvPr id="518" name="object 6" descr=""/>
            <p:cNvPicPr/>
            <p:nvPr/>
          </p:nvPicPr>
          <p:blipFill>
            <a:blip r:embed="rId3"/>
            <a:stretch/>
          </p:blipFill>
          <p:spPr>
            <a:xfrm>
              <a:off x="4341960" y="0"/>
              <a:ext cx="7849080" cy="3898080"/>
            </a:xfrm>
            <a:prstGeom prst="rect">
              <a:avLst/>
            </a:prstGeom>
            <a:ln>
              <a:noFill/>
            </a:ln>
          </p:spPr>
        </p:pic>
        <p:pic>
          <p:nvPicPr>
            <p:cNvPr id="519" name="object 7" descr=""/>
            <p:cNvPicPr/>
            <p:nvPr/>
          </p:nvPicPr>
          <p:blipFill>
            <a:blip r:embed="rId4"/>
            <a:stretch/>
          </p:blipFill>
          <p:spPr>
            <a:xfrm>
              <a:off x="4686480" y="0"/>
              <a:ext cx="7248600" cy="3567960"/>
            </a:xfrm>
            <a:prstGeom prst="rect">
              <a:avLst/>
            </a:prstGeom>
            <a:ln>
              <a:noFill/>
            </a:ln>
          </p:spPr>
        </p:pic>
        <p:sp>
          <p:nvSpPr>
            <p:cNvPr id="520" name="CustomShape 3"/>
            <p:cNvSpPr/>
            <p:nvPr/>
          </p:nvSpPr>
          <p:spPr>
            <a:xfrm>
              <a:off x="4641840" y="720"/>
              <a:ext cx="7337520" cy="3612600"/>
            </a:xfrm>
            <a:custGeom>
              <a:avLst/>
              <a:gdLst/>
              <a:ahLst/>
              <a:rect l="l" t="t" r="r" b="b"/>
              <a:pathLst>
                <a:path w="7338695" h="3613785">
                  <a:moveTo>
                    <a:pt x="7338568" y="0"/>
                  </a:moveTo>
                  <a:lnTo>
                    <a:pt x="7338568" y="2966723"/>
                  </a:lnTo>
                  <a:lnTo>
                    <a:pt x="7335266" y="3031493"/>
                  </a:lnTo>
                  <a:lnTo>
                    <a:pt x="7325486" y="3095755"/>
                  </a:lnTo>
                  <a:lnTo>
                    <a:pt x="7309739" y="3158112"/>
                  </a:lnTo>
                  <a:lnTo>
                    <a:pt x="7287895" y="3217421"/>
                  </a:lnTo>
                  <a:lnTo>
                    <a:pt x="7260717" y="3274063"/>
                  </a:lnTo>
                  <a:lnTo>
                    <a:pt x="7228205" y="3327784"/>
                  </a:lnTo>
                  <a:lnTo>
                    <a:pt x="7190740" y="3377695"/>
                  </a:lnTo>
                  <a:lnTo>
                    <a:pt x="7149083" y="3423669"/>
                  </a:lnTo>
                  <a:lnTo>
                    <a:pt x="7102983" y="3465452"/>
                  </a:lnTo>
                  <a:lnTo>
                    <a:pt x="7053072" y="3502536"/>
                  </a:lnTo>
                  <a:lnTo>
                    <a:pt x="6999858" y="3534921"/>
                  </a:lnTo>
                  <a:lnTo>
                    <a:pt x="6943344" y="3562099"/>
                  </a:lnTo>
                  <a:lnTo>
                    <a:pt x="6884034" y="3584324"/>
                  </a:lnTo>
                  <a:lnTo>
                    <a:pt x="6821551" y="3600072"/>
                  </a:lnTo>
                  <a:lnTo>
                    <a:pt x="6757289" y="3609851"/>
                  </a:lnTo>
                  <a:lnTo>
                    <a:pt x="6692519" y="3613280"/>
                  </a:lnTo>
                  <a:lnTo>
                    <a:pt x="0" y="3613280"/>
                  </a:lnTo>
                  <a:lnTo>
                    <a:pt x="0" y="552580"/>
                  </a:lnTo>
                  <a:lnTo>
                    <a:pt x="3301" y="487683"/>
                  </a:lnTo>
                  <a:lnTo>
                    <a:pt x="13080" y="423421"/>
                  </a:lnTo>
                  <a:lnTo>
                    <a:pt x="28955" y="361064"/>
                  </a:lnTo>
                  <a:lnTo>
                    <a:pt x="51180" y="301755"/>
                  </a:lnTo>
                  <a:lnTo>
                    <a:pt x="78359" y="245240"/>
                  </a:lnTo>
                  <a:lnTo>
                    <a:pt x="110744" y="191519"/>
                  </a:lnTo>
                  <a:lnTo>
                    <a:pt x="147827" y="141735"/>
                  </a:lnTo>
                  <a:lnTo>
                    <a:pt x="189611" y="95634"/>
                  </a:lnTo>
                  <a:lnTo>
                    <a:pt x="235712" y="53851"/>
                  </a:lnTo>
                  <a:lnTo>
                    <a:pt x="285496" y="16767"/>
                  </a:lnTo>
                  <a:lnTo>
                    <a:pt x="313309" y="0"/>
                  </a:lnTo>
                </a:path>
              </a:pathLst>
            </a:custGeom>
            <a:noFill/>
            <a:ln w="88920">
              <a:solidFill>
                <a:srgbClr val="ffffff"/>
              </a:solidFill>
              <a:round/>
            </a:ln>
          </p:spPr>
          <p:style>
            <a:lnRef idx="0"/>
            <a:fillRef idx="0"/>
            <a:effectRef idx="0"/>
            <a:fontRef idx="minor"/>
          </p:style>
        </p:sp>
      </p:grpSp>
      <p:sp>
        <p:nvSpPr>
          <p:cNvPr id="521" name="CustomShape 4"/>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69370F1B-14E4-47AC-ACBA-BA23712D78A1}"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CustomShape 1"/>
          <p:cNvSpPr/>
          <p:nvPr/>
        </p:nvSpPr>
        <p:spPr>
          <a:xfrm>
            <a:off x="609840" y="411480"/>
            <a:ext cx="131904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7" strike="noStrike">
                <a:solidFill>
                  <a:srgbClr val="330066"/>
                </a:solidFill>
                <a:latin typeface="Arial"/>
                <a:ea typeface="DejaVu Sans"/>
              </a:rPr>
              <a:t>Scale</a:t>
            </a:r>
            <a:endParaRPr b="0" lang="en-US" sz="3900" spc="-1" strike="noStrike">
              <a:latin typeface="Arial"/>
            </a:endParaRPr>
          </a:p>
        </p:txBody>
      </p:sp>
      <p:sp>
        <p:nvSpPr>
          <p:cNvPr id="523" name="CustomShape 2"/>
          <p:cNvSpPr/>
          <p:nvPr/>
        </p:nvSpPr>
        <p:spPr>
          <a:xfrm>
            <a:off x="688320" y="1379880"/>
            <a:ext cx="9677520" cy="1878480"/>
          </a:xfrm>
          <a:prstGeom prst="rect">
            <a:avLst/>
          </a:prstGeom>
          <a:noFill/>
          <a:ln>
            <a:noFill/>
          </a:ln>
        </p:spPr>
        <p:style>
          <a:lnRef idx="0"/>
          <a:fillRef idx="0"/>
          <a:effectRef idx="0"/>
          <a:fontRef idx="minor"/>
        </p:style>
        <p:txBody>
          <a:bodyPr lIns="0" rIns="0" tIns="12600" bIns="0">
            <a:spAutoFit/>
          </a:bodyPr>
          <a:p>
            <a:pPr marL="355680" indent="-342000">
              <a:lnSpc>
                <a:spcPct val="100000"/>
              </a:lnSpc>
              <a:spcBef>
                <a:spcPts val="99"/>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The</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Scale</a:t>
            </a:r>
            <a:r>
              <a:rPr b="0" lang="en-US" sz="3000" spc="-26" strike="noStrike">
                <a:solidFill>
                  <a:srgbClr val="000000"/>
                </a:solidFill>
                <a:latin typeface="Arial"/>
                <a:ea typeface="DejaVu Sans"/>
              </a:rPr>
              <a:t> </a:t>
            </a:r>
            <a:r>
              <a:rPr b="0" lang="en-US" sz="3000" spc="-1" strike="noStrike">
                <a:solidFill>
                  <a:srgbClr val="000000"/>
                </a:solidFill>
                <a:latin typeface="Arial"/>
                <a:ea typeface="DejaVu Sans"/>
              </a:rPr>
              <a:t>widget</a:t>
            </a:r>
            <a:r>
              <a:rPr b="0" lang="en-US" sz="3000" spc="-35" strike="noStrike">
                <a:solidFill>
                  <a:srgbClr val="000000"/>
                </a:solidFill>
                <a:latin typeface="Arial"/>
                <a:ea typeface="DejaVu Sans"/>
              </a:rPr>
              <a:t> </a:t>
            </a:r>
            <a:r>
              <a:rPr b="0" lang="en-US" sz="3000" spc="-1" strike="noStrike">
                <a:solidFill>
                  <a:srgbClr val="000000"/>
                </a:solidFill>
                <a:latin typeface="Arial"/>
                <a:ea typeface="DejaVu Sans"/>
              </a:rPr>
              <a:t>provides</a:t>
            </a:r>
            <a:r>
              <a:rPr b="0" lang="en-US" sz="3000" spc="-26" strike="noStrike">
                <a:solidFill>
                  <a:srgbClr val="000000"/>
                </a:solidFill>
                <a:latin typeface="Arial"/>
                <a:ea typeface="DejaVu Sans"/>
              </a:rPr>
              <a:t> </a:t>
            </a:r>
            <a:r>
              <a:rPr b="0" lang="en-US" sz="3000" spc="-7" strike="noStrike">
                <a:solidFill>
                  <a:srgbClr val="000000"/>
                </a:solidFill>
                <a:latin typeface="Arial"/>
                <a:ea typeface="DejaVu Sans"/>
              </a:rPr>
              <a:t>a </a:t>
            </a:r>
            <a:r>
              <a:rPr b="0" lang="en-US" sz="3000" spc="-1" strike="noStrike">
                <a:solidFill>
                  <a:srgbClr val="000000"/>
                </a:solidFill>
                <a:latin typeface="Arial"/>
                <a:ea typeface="DejaVu Sans"/>
              </a:rPr>
              <a:t>graphical</a:t>
            </a:r>
            <a:r>
              <a:rPr b="0" lang="en-US" sz="3000" spc="-46" strike="noStrike">
                <a:solidFill>
                  <a:srgbClr val="000000"/>
                </a:solidFill>
                <a:latin typeface="Arial"/>
                <a:ea typeface="DejaVu Sans"/>
              </a:rPr>
              <a:t> </a:t>
            </a:r>
            <a:r>
              <a:rPr b="0" lang="en-US" sz="3000" spc="-1" strike="noStrike">
                <a:solidFill>
                  <a:srgbClr val="000000"/>
                </a:solidFill>
                <a:latin typeface="Arial"/>
                <a:ea typeface="DejaVu Sans"/>
              </a:rPr>
              <a:t>slider</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object</a:t>
            </a:r>
            <a:r>
              <a:rPr b="0" lang="en-US" sz="3000" spc="-12" strike="noStrike">
                <a:solidFill>
                  <a:srgbClr val="000000"/>
                </a:solidFill>
                <a:latin typeface="Arial"/>
                <a:ea typeface="DejaVu Sans"/>
              </a:rPr>
              <a:t> </a:t>
            </a:r>
            <a:r>
              <a:rPr b="0" lang="en-US" sz="3000" spc="-7" strike="noStrike">
                <a:solidFill>
                  <a:srgbClr val="000000"/>
                </a:solidFill>
                <a:latin typeface="Arial"/>
                <a:ea typeface="DejaVu Sans"/>
              </a:rPr>
              <a:t>that </a:t>
            </a:r>
            <a:r>
              <a:rPr b="0" lang="en-US" sz="3000" spc="-820" strike="noStrike">
                <a:solidFill>
                  <a:srgbClr val="000000"/>
                </a:solidFill>
                <a:latin typeface="Arial"/>
                <a:ea typeface="DejaVu Sans"/>
              </a:rPr>
              <a:t> </a:t>
            </a:r>
            <a:r>
              <a:rPr b="0" lang="en-US" sz="3000" spc="-1" strike="noStrike">
                <a:solidFill>
                  <a:srgbClr val="000000"/>
                </a:solidFill>
                <a:latin typeface="Arial"/>
                <a:ea typeface="DejaVu Sans"/>
              </a:rPr>
              <a:t>allows</a:t>
            </a:r>
            <a:r>
              <a:rPr b="0" lang="en-US" sz="3000" spc="-46" strike="noStrike">
                <a:solidFill>
                  <a:srgbClr val="000000"/>
                </a:solidFill>
                <a:latin typeface="Arial"/>
                <a:ea typeface="DejaVu Sans"/>
              </a:rPr>
              <a:t> </a:t>
            </a:r>
            <a:r>
              <a:rPr b="0" lang="en-US" sz="3000" spc="-7" strike="noStrike">
                <a:solidFill>
                  <a:srgbClr val="000000"/>
                </a:solidFill>
                <a:latin typeface="Arial"/>
                <a:ea typeface="DejaVu Sans"/>
              </a:rPr>
              <a:t>you</a:t>
            </a:r>
            <a:r>
              <a:rPr b="0" lang="en-US" sz="3000" spc="-1" strike="noStrike">
                <a:solidFill>
                  <a:srgbClr val="000000"/>
                </a:solidFill>
                <a:latin typeface="Arial"/>
                <a:ea typeface="DejaVu Sans"/>
              </a:rPr>
              <a:t> to select</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values</a:t>
            </a:r>
            <a:r>
              <a:rPr b="0" lang="en-US" sz="3000" spc="-21" strike="noStrike">
                <a:solidFill>
                  <a:srgbClr val="000000"/>
                </a:solidFill>
                <a:latin typeface="Arial"/>
                <a:ea typeface="DejaVu Sans"/>
              </a:rPr>
              <a:t> </a:t>
            </a:r>
            <a:r>
              <a:rPr b="0" lang="en-US" sz="3000" spc="-7" strike="noStrike">
                <a:solidFill>
                  <a:srgbClr val="000000"/>
                </a:solidFill>
                <a:latin typeface="Arial"/>
                <a:ea typeface="DejaVu Sans"/>
              </a:rPr>
              <a:t>from</a:t>
            </a:r>
            <a:r>
              <a:rPr b="0" lang="en-US" sz="3000" spc="7" strike="noStrike">
                <a:solidFill>
                  <a:srgbClr val="000000"/>
                </a:solidFill>
                <a:latin typeface="Arial"/>
                <a:ea typeface="DejaVu Sans"/>
              </a:rPr>
              <a:t> </a:t>
            </a:r>
            <a:r>
              <a:rPr b="0" lang="en-US" sz="3000" spc="-7" strike="noStrike">
                <a:solidFill>
                  <a:srgbClr val="000000"/>
                </a:solidFill>
                <a:latin typeface="Arial"/>
                <a:ea typeface="DejaVu Sans"/>
              </a:rPr>
              <a:t>a </a:t>
            </a:r>
            <a:r>
              <a:rPr b="0" lang="en-US" sz="3000" spc="-1" strike="noStrike">
                <a:solidFill>
                  <a:srgbClr val="000000"/>
                </a:solidFill>
                <a:latin typeface="Arial"/>
                <a:ea typeface="DejaVu Sans"/>
              </a:rPr>
              <a:t>specific</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scale.</a:t>
            </a:r>
            <a:endParaRPr b="0" lang="en-US" sz="3000" spc="-1" strike="noStrike">
              <a:latin typeface="Arial"/>
            </a:endParaRPr>
          </a:p>
          <a:p>
            <a:pPr lvl="1" marL="704880" indent="-347040">
              <a:lnSpc>
                <a:spcPct val="100000"/>
              </a:lnSpc>
              <a:spcBef>
                <a:spcPts val="641"/>
              </a:spcBef>
              <a:buClr>
                <a:srgbClr val="669999"/>
              </a:buClr>
              <a:buSzPct val="69000"/>
              <a:buFont typeface="Wingdings" charset="2"/>
              <a:buChar char=""/>
              <a:tabLst>
                <a:tab algn="l" pos="704160"/>
                <a:tab algn="l" pos="704880"/>
              </a:tabLst>
            </a:pPr>
            <a:r>
              <a:rPr b="0" lang="en-US" sz="2600" spc="-1" strike="noStrike">
                <a:solidFill>
                  <a:srgbClr val="000000"/>
                </a:solidFill>
                <a:latin typeface="Arial"/>
                <a:ea typeface="DejaVu Sans"/>
              </a:rPr>
              <a:t>get()-This</a:t>
            </a:r>
            <a:r>
              <a:rPr b="0" lang="en-US" sz="2600" spc="-26" strike="noStrike">
                <a:solidFill>
                  <a:srgbClr val="000000"/>
                </a:solidFill>
                <a:latin typeface="Arial"/>
                <a:ea typeface="DejaVu Sans"/>
              </a:rPr>
              <a:t> </a:t>
            </a:r>
            <a:r>
              <a:rPr b="0" lang="en-US" sz="2600" spc="-1" strike="noStrike">
                <a:solidFill>
                  <a:srgbClr val="000000"/>
                </a:solidFill>
                <a:latin typeface="Arial"/>
                <a:ea typeface="DejaVu Sans"/>
              </a:rPr>
              <a:t>method returns</a:t>
            </a:r>
            <a:r>
              <a:rPr b="0" lang="en-US" sz="2600" spc="-12" strike="noStrike">
                <a:solidFill>
                  <a:srgbClr val="000000"/>
                </a:solidFill>
                <a:latin typeface="Arial"/>
                <a:ea typeface="DejaVu Sans"/>
              </a:rPr>
              <a:t> </a:t>
            </a:r>
            <a:r>
              <a:rPr b="0" lang="en-US" sz="2600" spc="-1" strike="noStrike">
                <a:solidFill>
                  <a:srgbClr val="000000"/>
                </a:solidFill>
                <a:latin typeface="Arial"/>
                <a:ea typeface="DejaVu Sans"/>
              </a:rPr>
              <a:t>the</a:t>
            </a:r>
            <a:r>
              <a:rPr b="0" lang="en-US" sz="2600" spc="4" strike="noStrike">
                <a:solidFill>
                  <a:srgbClr val="000000"/>
                </a:solidFill>
                <a:latin typeface="Arial"/>
                <a:ea typeface="DejaVu Sans"/>
              </a:rPr>
              <a:t> </a:t>
            </a:r>
            <a:r>
              <a:rPr b="0" lang="en-US" sz="2600" spc="-1" strike="noStrike">
                <a:solidFill>
                  <a:srgbClr val="000000"/>
                </a:solidFill>
                <a:latin typeface="Arial"/>
                <a:ea typeface="DejaVu Sans"/>
              </a:rPr>
              <a:t>current</a:t>
            </a:r>
            <a:r>
              <a:rPr b="0" lang="en-US" sz="2600" spc="-21" strike="noStrike">
                <a:solidFill>
                  <a:srgbClr val="000000"/>
                </a:solidFill>
                <a:latin typeface="Arial"/>
                <a:ea typeface="DejaVu Sans"/>
              </a:rPr>
              <a:t> </a:t>
            </a:r>
            <a:r>
              <a:rPr b="0" lang="en-US" sz="2600" spc="-1" strike="noStrike">
                <a:solidFill>
                  <a:srgbClr val="000000"/>
                </a:solidFill>
                <a:latin typeface="Arial"/>
                <a:ea typeface="DejaVu Sans"/>
              </a:rPr>
              <a:t>value</a:t>
            </a:r>
            <a:r>
              <a:rPr b="0" lang="en-US" sz="2600" spc="-12" strike="noStrike">
                <a:solidFill>
                  <a:srgbClr val="000000"/>
                </a:solidFill>
                <a:latin typeface="Arial"/>
                <a:ea typeface="DejaVu Sans"/>
              </a:rPr>
              <a:t> </a:t>
            </a:r>
            <a:r>
              <a:rPr b="0" lang="en-US" sz="2600" spc="-1" strike="noStrike">
                <a:solidFill>
                  <a:srgbClr val="000000"/>
                </a:solidFill>
                <a:latin typeface="Arial"/>
                <a:ea typeface="DejaVu Sans"/>
              </a:rPr>
              <a:t>of the</a:t>
            </a:r>
            <a:r>
              <a:rPr b="0" lang="en-US" sz="2600" spc="4" strike="noStrike">
                <a:solidFill>
                  <a:srgbClr val="000000"/>
                </a:solidFill>
                <a:latin typeface="Arial"/>
                <a:ea typeface="DejaVu Sans"/>
              </a:rPr>
              <a:t> </a:t>
            </a:r>
            <a:r>
              <a:rPr b="0" lang="en-US" sz="2600" spc="-1" strike="noStrike">
                <a:solidFill>
                  <a:srgbClr val="000000"/>
                </a:solidFill>
                <a:latin typeface="Arial"/>
                <a:ea typeface="DejaVu Sans"/>
              </a:rPr>
              <a:t>scale.</a:t>
            </a:r>
            <a:endParaRPr b="0" lang="en-US" sz="2600" spc="-1" strike="noStrike">
              <a:latin typeface="Arial"/>
            </a:endParaRPr>
          </a:p>
          <a:p>
            <a:pPr lvl="1" marL="704880" indent="-347040">
              <a:lnSpc>
                <a:spcPct val="100000"/>
              </a:lnSpc>
              <a:spcBef>
                <a:spcPts val="624"/>
              </a:spcBef>
              <a:buClr>
                <a:srgbClr val="669999"/>
              </a:buClr>
              <a:buSzPct val="69000"/>
              <a:buFont typeface="Wingdings" charset="2"/>
              <a:buChar char=""/>
              <a:tabLst>
                <a:tab algn="l" pos="704160"/>
                <a:tab algn="l" pos="704880"/>
              </a:tabLst>
            </a:pPr>
            <a:r>
              <a:rPr b="0" lang="en-US" sz="2600" spc="-1" strike="noStrike">
                <a:solidFill>
                  <a:srgbClr val="000000"/>
                </a:solidFill>
                <a:latin typeface="Arial"/>
                <a:ea typeface="DejaVu Sans"/>
              </a:rPr>
              <a:t>set(value)-Sets</a:t>
            </a:r>
            <a:r>
              <a:rPr b="0" lang="en-US" sz="2600" spc="-32" strike="noStrike">
                <a:solidFill>
                  <a:srgbClr val="000000"/>
                </a:solidFill>
                <a:latin typeface="Arial"/>
                <a:ea typeface="DejaVu Sans"/>
              </a:rPr>
              <a:t> </a:t>
            </a:r>
            <a:r>
              <a:rPr b="0" lang="en-US" sz="2600" spc="-1" strike="noStrike">
                <a:solidFill>
                  <a:srgbClr val="000000"/>
                </a:solidFill>
                <a:latin typeface="Arial"/>
                <a:ea typeface="DejaVu Sans"/>
              </a:rPr>
              <a:t>the</a:t>
            </a:r>
            <a:r>
              <a:rPr b="0" lang="en-US" sz="2600" spc="-7" strike="noStrike">
                <a:solidFill>
                  <a:srgbClr val="000000"/>
                </a:solidFill>
                <a:latin typeface="Arial"/>
                <a:ea typeface="DejaVu Sans"/>
              </a:rPr>
              <a:t> </a:t>
            </a:r>
            <a:r>
              <a:rPr b="0" lang="en-US" sz="2600" spc="-1" strike="noStrike">
                <a:solidFill>
                  <a:srgbClr val="000000"/>
                </a:solidFill>
                <a:latin typeface="Arial"/>
                <a:ea typeface="DejaVu Sans"/>
              </a:rPr>
              <a:t>scale's</a:t>
            </a:r>
            <a:r>
              <a:rPr b="0" lang="en-US" sz="2600" spc="-21" strike="noStrike">
                <a:solidFill>
                  <a:srgbClr val="000000"/>
                </a:solidFill>
                <a:latin typeface="Arial"/>
                <a:ea typeface="DejaVu Sans"/>
              </a:rPr>
              <a:t> </a:t>
            </a:r>
            <a:r>
              <a:rPr b="0" lang="en-US" sz="2600" spc="-1" strike="noStrike">
                <a:solidFill>
                  <a:srgbClr val="000000"/>
                </a:solidFill>
                <a:latin typeface="Arial"/>
                <a:ea typeface="DejaVu Sans"/>
              </a:rPr>
              <a:t>value.</a:t>
            </a:r>
            <a:endParaRPr b="0" lang="en-US" sz="2600" spc="-1" strike="noStrike">
              <a:latin typeface="Arial"/>
            </a:endParaRPr>
          </a:p>
        </p:txBody>
      </p:sp>
      <p:pic>
        <p:nvPicPr>
          <p:cNvPr id="524" name="object 4" descr=""/>
          <p:cNvPicPr/>
          <p:nvPr/>
        </p:nvPicPr>
        <p:blipFill>
          <a:blip r:embed="rId1"/>
          <a:stretch/>
        </p:blipFill>
        <p:spPr>
          <a:xfrm>
            <a:off x="7435440" y="3848040"/>
            <a:ext cx="3771000" cy="2856600"/>
          </a:xfrm>
          <a:prstGeom prst="rect">
            <a:avLst/>
          </a:prstGeom>
          <a:ln>
            <a:noFill/>
          </a:ln>
        </p:spPr>
      </p:pic>
      <p:sp>
        <p:nvSpPr>
          <p:cNvPr id="525" name="CustomShape 3"/>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E680B64B-3295-41B6-A713-8A7B58149C14}"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26" name="Group 1"/>
          <p:cNvGrpSpPr/>
          <p:nvPr/>
        </p:nvGrpSpPr>
        <p:grpSpPr>
          <a:xfrm>
            <a:off x="0" y="0"/>
            <a:ext cx="12191040" cy="6832440"/>
            <a:chOff x="0" y="0"/>
            <a:chExt cx="12191040" cy="6832440"/>
          </a:xfrm>
        </p:grpSpPr>
        <p:pic>
          <p:nvPicPr>
            <p:cNvPr id="527" name="object 3" descr=""/>
            <p:cNvPicPr/>
            <p:nvPr/>
          </p:nvPicPr>
          <p:blipFill>
            <a:blip r:embed="rId1"/>
            <a:stretch/>
          </p:blipFill>
          <p:spPr>
            <a:xfrm>
              <a:off x="0" y="0"/>
              <a:ext cx="12191040" cy="4432320"/>
            </a:xfrm>
            <a:prstGeom prst="rect">
              <a:avLst/>
            </a:prstGeom>
            <a:ln>
              <a:noFill/>
            </a:ln>
          </p:spPr>
        </p:pic>
        <p:pic>
          <p:nvPicPr>
            <p:cNvPr id="528" name="object 4" descr=""/>
            <p:cNvPicPr/>
            <p:nvPr/>
          </p:nvPicPr>
          <p:blipFill>
            <a:blip r:embed="rId2"/>
            <a:stretch/>
          </p:blipFill>
          <p:spPr>
            <a:xfrm>
              <a:off x="2450520" y="4328280"/>
              <a:ext cx="2854800" cy="2147760"/>
            </a:xfrm>
            <a:prstGeom prst="rect">
              <a:avLst/>
            </a:prstGeom>
            <a:ln>
              <a:noFill/>
            </a:ln>
          </p:spPr>
        </p:pic>
        <p:pic>
          <p:nvPicPr>
            <p:cNvPr id="529" name="object 5" descr=""/>
            <p:cNvPicPr/>
            <p:nvPr/>
          </p:nvPicPr>
          <p:blipFill>
            <a:blip r:embed="rId3"/>
            <a:stretch/>
          </p:blipFill>
          <p:spPr>
            <a:xfrm>
              <a:off x="6095880" y="4061520"/>
              <a:ext cx="3685320" cy="2770920"/>
            </a:xfrm>
            <a:prstGeom prst="rect">
              <a:avLst/>
            </a:prstGeom>
            <a:ln>
              <a:noFill/>
            </a:ln>
          </p:spPr>
        </p:pic>
      </p:grpSp>
      <p:sp>
        <p:nvSpPr>
          <p:cNvPr id="530"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F7B02F5E-FE5B-45F8-AC50-184065C89F5A}"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31" name="Group 1"/>
          <p:cNvGrpSpPr/>
          <p:nvPr/>
        </p:nvGrpSpPr>
        <p:grpSpPr>
          <a:xfrm>
            <a:off x="219240" y="1395720"/>
            <a:ext cx="5588280" cy="3372840"/>
            <a:chOff x="219240" y="1395720"/>
            <a:chExt cx="5588280" cy="3372840"/>
          </a:xfrm>
        </p:grpSpPr>
        <p:pic>
          <p:nvPicPr>
            <p:cNvPr id="532" name="object 3" descr=""/>
            <p:cNvPicPr/>
            <p:nvPr/>
          </p:nvPicPr>
          <p:blipFill>
            <a:blip r:embed="rId1"/>
            <a:stretch/>
          </p:blipFill>
          <p:spPr>
            <a:xfrm>
              <a:off x="219240" y="1395720"/>
              <a:ext cx="5588280" cy="3372840"/>
            </a:xfrm>
            <a:prstGeom prst="rect">
              <a:avLst/>
            </a:prstGeom>
            <a:ln>
              <a:noFill/>
            </a:ln>
          </p:spPr>
        </p:pic>
        <p:pic>
          <p:nvPicPr>
            <p:cNvPr id="533" name="object 4" descr=""/>
            <p:cNvPicPr/>
            <p:nvPr/>
          </p:nvPicPr>
          <p:blipFill>
            <a:blip r:embed="rId2"/>
            <a:stretch/>
          </p:blipFill>
          <p:spPr>
            <a:xfrm>
              <a:off x="531720" y="1676520"/>
              <a:ext cx="4977720" cy="2795400"/>
            </a:xfrm>
            <a:prstGeom prst="rect">
              <a:avLst/>
            </a:prstGeom>
            <a:ln>
              <a:noFill/>
            </a:ln>
          </p:spPr>
        </p:pic>
        <p:sp>
          <p:nvSpPr>
            <p:cNvPr id="534" name="CustomShape 2"/>
            <p:cNvSpPr/>
            <p:nvPr/>
          </p:nvSpPr>
          <p:spPr>
            <a:xfrm>
              <a:off x="487440" y="1631880"/>
              <a:ext cx="5067360" cy="2885040"/>
            </a:xfrm>
            <a:custGeom>
              <a:avLst/>
              <a:gdLst/>
              <a:ahLst/>
              <a:rect l="l" t="t" r="r" b="b"/>
              <a:pathLst>
                <a:path w="5068570" h="2886075">
                  <a:moveTo>
                    <a:pt x="509663" y="0"/>
                  </a:moveTo>
                  <a:lnTo>
                    <a:pt x="5068062" y="0"/>
                  </a:lnTo>
                  <a:lnTo>
                    <a:pt x="5068062" y="2376043"/>
                  </a:lnTo>
                  <a:lnTo>
                    <a:pt x="5065522" y="2426970"/>
                  </a:lnTo>
                  <a:lnTo>
                    <a:pt x="5057648" y="2477897"/>
                  </a:lnTo>
                  <a:lnTo>
                    <a:pt x="5045075" y="2526538"/>
                  </a:lnTo>
                  <a:lnTo>
                    <a:pt x="5028184" y="2573528"/>
                  </a:lnTo>
                  <a:lnTo>
                    <a:pt x="5006340" y="2618486"/>
                  </a:lnTo>
                  <a:lnTo>
                    <a:pt x="4980813" y="2660523"/>
                  </a:lnTo>
                  <a:lnTo>
                    <a:pt x="4951730" y="2699639"/>
                  </a:lnTo>
                  <a:lnTo>
                    <a:pt x="4918583" y="2736215"/>
                  </a:lnTo>
                  <a:lnTo>
                    <a:pt x="4882007" y="2769235"/>
                  </a:lnTo>
                  <a:lnTo>
                    <a:pt x="4842891" y="2798318"/>
                  </a:lnTo>
                  <a:lnTo>
                    <a:pt x="4800854" y="2823972"/>
                  </a:lnTo>
                  <a:lnTo>
                    <a:pt x="4756023" y="2845689"/>
                  </a:lnTo>
                  <a:lnTo>
                    <a:pt x="4709033" y="2862707"/>
                  </a:lnTo>
                  <a:lnTo>
                    <a:pt x="4660392" y="2875280"/>
                  </a:lnTo>
                  <a:lnTo>
                    <a:pt x="4609465" y="2883154"/>
                  </a:lnTo>
                  <a:lnTo>
                    <a:pt x="4558411" y="2885694"/>
                  </a:lnTo>
                  <a:lnTo>
                    <a:pt x="0" y="2885694"/>
                  </a:lnTo>
                  <a:lnTo>
                    <a:pt x="0" y="509650"/>
                  </a:lnTo>
                  <a:lnTo>
                    <a:pt x="2552" y="458597"/>
                  </a:lnTo>
                  <a:lnTo>
                    <a:pt x="10388" y="407797"/>
                  </a:lnTo>
                  <a:lnTo>
                    <a:pt x="22974" y="359155"/>
                  </a:lnTo>
                  <a:lnTo>
                    <a:pt x="39954" y="312165"/>
                  </a:lnTo>
                  <a:lnTo>
                    <a:pt x="61734" y="267208"/>
                  </a:lnTo>
                  <a:lnTo>
                    <a:pt x="87325" y="225171"/>
                  </a:lnTo>
                  <a:lnTo>
                    <a:pt x="116420" y="186054"/>
                  </a:lnTo>
                  <a:lnTo>
                    <a:pt x="149504" y="149478"/>
                  </a:lnTo>
                  <a:lnTo>
                    <a:pt x="186067" y="116459"/>
                  </a:lnTo>
                  <a:lnTo>
                    <a:pt x="225158" y="87375"/>
                  </a:lnTo>
                  <a:lnTo>
                    <a:pt x="267220" y="61722"/>
                  </a:lnTo>
                  <a:lnTo>
                    <a:pt x="312102" y="40004"/>
                  </a:lnTo>
                  <a:lnTo>
                    <a:pt x="359117" y="22987"/>
                  </a:lnTo>
                  <a:lnTo>
                    <a:pt x="407746" y="10413"/>
                  </a:lnTo>
                  <a:lnTo>
                    <a:pt x="458647" y="2539"/>
                  </a:lnTo>
                  <a:lnTo>
                    <a:pt x="509663" y="0"/>
                  </a:lnTo>
                  <a:close/>
                </a:path>
              </a:pathLst>
            </a:custGeom>
            <a:noFill/>
            <a:ln w="88920">
              <a:solidFill>
                <a:srgbClr val="ffffff"/>
              </a:solidFill>
              <a:round/>
            </a:ln>
          </p:spPr>
          <p:style>
            <a:lnRef idx="0"/>
            <a:fillRef idx="0"/>
            <a:effectRef idx="0"/>
            <a:fontRef idx="minor"/>
          </p:style>
        </p:sp>
      </p:grpSp>
      <p:sp>
        <p:nvSpPr>
          <p:cNvPr id="535" name="CustomShape 3"/>
          <p:cNvSpPr/>
          <p:nvPr/>
        </p:nvSpPr>
        <p:spPr>
          <a:xfrm>
            <a:off x="609840" y="338040"/>
            <a:ext cx="660996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Partial</a:t>
            </a:r>
            <a:r>
              <a:rPr b="1" lang="en-US" sz="3900" spc="-26" strike="noStrike">
                <a:solidFill>
                  <a:srgbClr val="330066"/>
                </a:solidFill>
                <a:latin typeface="Arial"/>
                <a:ea typeface="DejaVu Sans"/>
              </a:rPr>
              <a:t> </a:t>
            </a:r>
            <a:r>
              <a:rPr b="1" lang="en-US" sz="3900" spc="-1" strike="noStrike">
                <a:solidFill>
                  <a:srgbClr val="330066"/>
                </a:solidFill>
                <a:latin typeface="Arial"/>
                <a:ea typeface="DejaVu Sans"/>
              </a:rPr>
              <a:t>Function</a:t>
            </a:r>
            <a:r>
              <a:rPr b="1" lang="en-US" sz="3900" spc="-15" strike="noStrike">
                <a:solidFill>
                  <a:srgbClr val="330066"/>
                </a:solidFill>
                <a:latin typeface="Arial"/>
                <a:ea typeface="DejaVu Sans"/>
              </a:rPr>
              <a:t> </a:t>
            </a:r>
            <a:r>
              <a:rPr b="1" lang="en-US" sz="3900" spc="-1" strike="noStrike">
                <a:solidFill>
                  <a:srgbClr val="330066"/>
                </a:solidFill>
                <a:latin typeface="Arial"/>
                <a:ea typeface="DejaVu Sans"/>
              </a:rPr>
              <a:t>Application</a:t>
            </a:r>
            <a:endParaRPr b="0" lang="en-US" sz="3900" spc="-1" strike="noStrike">
              <a:latin typeface="Arial"/>
            </a:endParaRPr>
          </a:p>
        </p:txBody>
      </p:sp>
      <p:grpSp>
        <p:nvGrpSpPr>
          <p:cNvPr id="536" name="Group 4"/>
          <p:cNvGrpSpPr/>
          <p:nvPr/>
        </p:nvGrpSpPr>
        <p:grpSpPr>
          <a:xfrm>
            <a:off x="7783560" y="2305440"/>
            <a:ext cx="1923120" cy="1301760"/>
            <a:chOff x="7783560" y="2305440"/>
            <a:chExt cx="1923120" cy="1301760"/>
          </a:xfrm>
        </p:grpSpPr>
        <p:pic>
          <p:nvPicPr>
            <p:cNvPr id="537" name="object 8" descr=""/>
            <p:cNvPicPr/>
            <p:nvPr/>
          </p:nvPicPr>
          <p:blipFill>
            <a:blip r:embed="rId3"/>
            <a:stretch/>
          </p:blipFill>
          <p:spPr>
            <a:xfrm>
              <a:off x="7783560" y="2305440"/>
              <a:ext cx="1923120" cy="1301760"/>
            </a:xfrm>
            <a:prstGeom prst="rect">
              <a:avLst/>
            </a:prstGeom>
            <a:ln>
              <a:noFill/>
            </a:ln>
          </p:spPr>
        </p:pic>
        <p:pic>
          <p:nvPicPr>
            <p:cNvPr id="538" name="object 9" descr=""/>
            <p:cNvPicPr/>
            <p:nvPr/>
          </p:nvPicPr>
          <p:blipFill>
            <a:blip r:embed="rId4"/>
            <a:stretch/>
          </p:blipFill>
          <p:spPr>
            <a:xfrm>
              <a:off x="8065080" y="2586240"/>
              <a:ext cx="1344600" cy="724320"/>
            </a:xfrm>
            <a:prstGeom prst="rect">
              <a:avLst/>
            </a:prstGeom>
            <a:ln>
              <a:noFill/>
            </a:ln>
          </p:spPr>
        </p:pic>
        <p:sp>
          <p:nvSpPr>
            <p:cNvPr id="539" name="CustomShape 5"/>
            <p:cNvSpPr/>
            <p:nvPr/>
          </p:nvSpPr>
          <p:spPr>
            <a:xfrm>
              <a:off x="8020440" y="2541600"/>
              <a:ext cx="1433880" cy="813600"/>
            </a:xfrm>
            <a:custGeom>
              <a:avLst/>
              <a:gdLst/>
              <a:ahLst/>
              <a:rect l="l" t="t" r="r" b="b"/>
              <a:pathLst>
                <a:path w="1435100" h="814704">
                  <a:moveTo>
                    <a:pt x="163322" y="0"/>
                  </a:moveTo>
                  <a:lnTo>
                    <a:pt x="1434719" y="0"/>
                  </a:lnTo>
                  <a:lnTo>
                    <a:pt x="1434719" y="651510"/>
                  </a:lnTo>
                  <a:lnTo>
                    <a:pt x="1421892" y="713486"/>
                  </a:lnTo>
                  <a:lnTo>
                    <a:pt x="1386459" y="766191"/>
                  </a:lnTo>
                  <a:lnTo>
                    <a:pt x="1333753" y="801497"/>
                  </a:lnTo>
                  <a:lnTo>
                    <a:pt x="1271777" y="814324"/>
                  </a:lnTo>
                  <a:lnTo>
                    <a:pt x="0" y="814324"/>
                  </a:lnTo>
                  <a:lnTo>
                    <a:pt x="0" y="163322"/>
                  </a:lnTo>
                  <a:lnTo>
                    <a:pt x="3048" y="132461"/>
                  </a:lnTo>
                  <a:lnTo>
                    <a:pt x="28321" y="72771"/>
                  </a:lnTo>
                  <a:lnTo>
                    <a:pt x="72771" y="28321"/>
                  </a:lnTo>
                  <a:lnTo>
                    <a:pt x="132461" y="3048"/>
                  </a:lnTo>
                  <a:lnTo>
                    <a:pt x="163322" y="0"/>
                  </a:lnTo>
                  <a:close/>
                </a:path>
              </a:pathLst>
            </a:custGeom>
            <a:noFill/>
            <a:ln w="88920">
              <a:solidFill>
                <a:srgbClr val="ffffff"/>
              </a:solidFill>
              <a:round/>
            </a:ln>
          </p:spPr>
          <p:style>
            <a:lnRef idx="0"/>
            <a:fillRef idx="0"/>
            <a:effectRef idx="0"/>
            <a:fontRef idx="minor"/>
          </p:style>
        </p:sp>
      </p:grpSp>
      <p:sp>
        <p:nvSpPr>
          <p:cNvPr id="540" name="CustomShape 6"/>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88174523-739F-42EA-8485-C23BFDC48069}"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541" name="CustomShape 7"/>
          <p:cNvSpPr/>
          <p:nvPr/>
        </p:nvSpPr>
        <p:spPr>
          <a:xfrm>
            <a:off x="3505320" y="914400"/>
            <a:ext cx="655200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IN" sz="1800" spc="-1" strike="noStrike">
                <a:solidFill>
                  <a:srgbClr val="000000"/>
                </a:solidFill>
                <a:latin typeface="Calibri"/>
                <a:ea typeface="DejaVu Sans"/>
              </a:rPr>
              <a:t>Partial functions allow us to fix a certain number of arguments of a function and generate a new function.</a:t>
            </a:r>
            <a:endParaRPr b="0" lang="en-US" sz="1800" spc="-1" strike="noStrike">
              <a:latin typeface="Arial"/>
            </a:endParaRPr>
          </a:p>
        </p:txBody>
      </p:sp>
      <p:sp>
        <p:nvSpPr>
          <p:cNvPr id="542" name="CustomShape 8"/>
          <p:cNvSpPr/>
          <p:nvPr/>
        </p:nvSpPr>
        <p:spPr>
          <a:xfrm>
            <a:off x="533520" y="2973240"/>
            <a:ext cx="4647240" cy="365040"/>
          </a:xfrm>
          <a:prstGeom prst="rect">
            <a:avLst/>
          </a:prstGeom>
          <a:solidFill>
            <a:schemeClr val="bg1"/>
          </a:solidFill>
          <a:ln w="9360">
            <a:noFill/>
          </a:ln>
        </p:spPr>
        <p:style>
          <a:lnRef idx="0"/>
          <a:fillRef idx="0"/>
          <a:effectRef idx="0"/>
          <a:fontRef idx="minor"/>
        </p:style>
        <p:txBody>
          <a:bodyPr lIns="0" rIns="0" tIns="0" bIns="0" anchor="ctr">
            <a:spAutoFit/>
          </a:bodyPr>
          <a:p>
            <a:pPr>
              <a:lnSpc>
                <a:spcPct val="100000"/>
              </a:lnSpc>
              <a:tabLst>
                <a:tab algn="l" pos="0"/>
              </a:tabLst>
            </a:pPr>
            <a:r>
              <a:rPr b="0" lang="en-US" sz="1200" spc="-1" strike="noStrike">
                <a:solidFill>
                  <a:srgbClr val="000000"/>
                </a:solidFill>
                <a:latin typeface="Consolas"/>
                <a:ea typeface="DejaVu Sans"/>
              </a:rPr>
              <a:t># A partial function that calls f with</a:t>
            </a:r>
            <a:endParaRPr b="0" lang="en-US" sz="1200" spc="-1" strike="noStrike">
              <a:latin typeface="Arial"/>
            </a:endParaRPr>
          </a:p>
          <a:p>
            <a:pPr>
              <a:lnSpc>
                <a:spcPct val="100000"/>
              </a:lnSpc>
              <a:tabLst>
                <a:tab algn="l" pos="0"/>
              </a:tabLst>
            </a:pPr>
            <a:r>
              <a:rPr b="0" lang="en-US" sz="1200" spc="-1" strike="noStrike">
                <a:solidFill>
                  <a:srgbClr val="000000"/>
                </a:solidFill>
                <a:latin typeface="Consolas"/>
                <a:ea typeface="DejaVu Sans"/>
              </a:rPr>
              <a:t># a as 3, b as 1 and c as 4.</a:t>
            </a:r>
            <a:endParaRPr b="0" lang="en-US" sz="1200" spc="-1" strike="noStrike">
              <a:latin typeface="Arial"/>
            </a:endParaRPr>
          </a:p>
        </p:txBody>
      </p:sp>
      <p:sp>
        <p:nvSpPr>
          <p:cNvPr id="543" name="CustomShape 9"/>
          <p:cNvSpPr/>
          <p:nvPr/>
        </p:nvSpPr>
        <p:spPr>
          <a:xfrm>
            <a:off x="542880" y="3733920"/>
            <a:ext cx="1259280" cy="3639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IN" sz="1800" spc="-1" strike="noStrike">
                <a:solidFill>
                  <a:srgbClr val="000000"/>
                </a:solidFill>
                <a:latin typeface="Calibri"/>
                <a:ea typeface="DejaVu Sans"/>
              </a:rPr>
              <a:t># Calling g()</a:t>
            </a:r>
            <a:endParaRPr b="0" lang="en-US" sz="1800" spc="-1" strike="noStrike">
              <a:latin typeface="Arial"/>
            </a:endParaRPr>
          </a:p>
        </p:txBody>
      </p:sp>
      <p:sp>
        <p:nvSpPr>
          <p:cNvPr id="544" name="CustomShape 10"/>
          <p:cNvSpPr/>
          <p:nvPr/>
        </p:nvSpPr>
        <p:spPr>
          <a:xfrm>
            <a:off x="622080" y="1981080"/>
            <a:ext cx="2022840" cy="36396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IN" sz="1800" spc="-1" strike="noStrike">
                <a:solidFill>
                  <a:srgbClr val="000000"/>
                </a:solidFill>
                <a:latin typeface="Calibri"/>
                <a:ea typeface="DejaVu Sans"/>
              </a:rPr>
              <a:t># A normal function</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CustomShape 1"/>
          <p:cNvSpPr/>
          <p:nvPr/>
        </p:nvSpPr>
        <p:spPr>
          <a:xfrm>
            <a:off x="609840" y="435240"/>
            <a:ext cx="660924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7" strike="noStrike">
                <a:solidFill>
                  <a:srgbClr val="330066"/>
                </a:solidFill>
                <a:latin typeface="Arial"/>
                <a:ea typeface="DejaVu Sans"/>
              </a:rPr>
              <a:t>Partial</a:t>
            </a:r>
            <a:r>
              <a:rPr b="1" lang="en-US" sz="3900" spc="-15" strike="noStrike">
                <a:solidFill>
                  <a:srgbClr val="330066"/>
                </a:solidFill>
                <a:latin typeface="Arial"/>
                <a:ea typeface="DejaVu Sans"/>
              </a:rPr>
              <a:t> </a:t>
            </a:r>
            <a:r>
              <a:rPr b="1" lang="en-US" sz="3900" spc="-1" strike="noStrike">
                <a:solidFill>
                  <a:srgbClr val="330066"/>
                </a:solidFill>
                <a:latin typeface="Arial"/>
                <a:ea typeface="DejaVu Sans"/>
              </a:rPr>
              <a:t>Function Application</a:t>
            </a:r>
            <a:endParaRPr b="0" lang="en-US" sz="3900" spc="-1" strike="noStrike">
              <a:latin typeface="Arial"/>
            </a:endParaRPr>
          </a:p>
        </p:txBody>
      </p:sp>
      <p:pic>
        <p:nvPicPr>
          <p:cNvPr id="546" name="object 3" descr=""/>
          <p:cNvPicPr/>
          <p:nvPr/>
        </p:nvPicPr>
        <p:blipFill>
          <a:blip r:embed="rId1"/>
          <a:stretch/>
        </p:blipFill>
        <p:spPr>
          <a:xfrm>
            <a:off x="531720" y="1644480"/>
            <a:ext cx="7208640" cy="4303800"/>
          </a:xfrm>
          <a:prstGeom prst="rect">
            <a:avLst/>
          </a:prstGeom>
          <a:ln>
            <a:noFill/>
          </a:ln>
        </p:spPr>
      </p:pic>
      <p:pic>
        <p:nvPicPr>
          <p:cNvPr id="547" name="object 4" descr=""/>
          <p:cNvPicPr/>
          <p:nvPr/>
        </p:nvPicPr>
        <p:blipFill>
          <a:blip r:embed="rId2"/>
          <a:stretch/>
        </p:blipFill>
        <p:spPr>
          <a:xfrm>
            <a:off x="9272160" y="2090880"/>
            <a:ext cx="2457000" cy="1571760"/>
          </a:xfrm>
          <a:prstGeom prst="rect">
            <a:avLst/>
          </a:prstGeom>
          <a:ln>
            <a:noFill/>
          </a:ln>
        </p:spPr>
      </p:pic>
      <p:sp>
        <p:nvSpPr>
          <p:cNvPr id="548"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EC0B237E-6B20-4F41-858B-FDB15733159E}"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9" name="object 2" descr=""/>
          <p:cNvPicPr/>
          <p:nvPr/>
        </p:nvPicPr>
        <p:blipFill>
          <a:blip r:embed="rId1"/>
          <a:stretch/>
        </p:blipFill>
        <p:spPr>
          <a:xfrm>
            <a:off x="1124640" y="1050120"/>
            <a:ext cx="1874880" cy="3761640"/>
          </a:xfrm>
          <a:prstGeom prst="rect">
            <a:avLst/>
          </a:prstGeom>
          <a:ln>
            <a:noFill/>
          </a:ln>
        </p:spPr>
      </p:pic>
      <p:pic>
        <p:nvPicPr>
          <p:cNvPr id="550" name="object 3" descr=""/>
          <p:cNvPicPr/>
          <p:nvPr/>
        </p:nvPicPr>
        <p:blipFill>
          <a:blip r:embed="rId2"/>
          <a:stretch/>
        </p:blipFill>
        <p:spPr>
          <a:xfrm>
            <a:off x="3904560" y="810720"/>
            <a:ext cx="1865880" cy="1411560"/>
          </a:xfrm>
          <a:prstGeom prst="rect">
            <a:avLst/>
          </a:prstGeom>
          <a:ln>
            <a:noFill/>
          </a:ln>
        </p:spPr>
      </p:pic>
      <p:pic>
        <p:nvPicPr>
          <p:cNvPr id="551" name="object 4" descr=""/>
          <p:cNvPicPr/>
          <p:nvPr/>
        </p:nvPicPr>
        <p:blipFill>
          <a:blip r:embed="rId3"/>
          <a:stretch/>
        </p:blipFill>
        <p:spPr>
          <a:xfrm>
            <a:off x="3901320" y="2575440"/>
            <a:ext cx="2039400" cy="1410120"/>
          </a:xfrm>
          <a:prstGeom prst="rect">
            <a:avLst/>
          </a:prstGeom>
          <a:ln>
            <a:noFill/>
          </a:ln>
        </p:spPr>
      </p:pic>
      <p:pic>
        <p:nvPicPr>
          <p:cNvPr id="552" name="object 5" descr=""/>
          <p:cNvPicPr/>
          <p:nvPr/>
        </p:nvPicPr>
        <p:blipFill>
          <a:blip r:embed="rId4"/>
          <a:stretch/>
        </p:blipFill>
        <p:spPr>
          <a:xfrm>
            <a:off x="3982320" y="4328280"/>
            <a:ext cx="1876320" cy="1420920"/>
          </a:xfrm>
          <a:prstGeom prst="rect">
            <a:avLst/>
          </a:prstGeom>
          <a:ln>
            <a:noFill/>
          </a:ln>
        </p:spPr>
      </p:pic>
      <p:grpSp>
        <p:nvGrpSpPr>
          <p:cNvPr id="553" name="Group 1"/>
          <p:cNvGrpSpPr/>
          <p:nvPr/>
        </p:nvGrpSpPr>
        <p:grpSpPr>
          <a:xfrm>
            <a:off x="2418480" y="1383840"/>
            <a:ext cx="1638720" cy="739440"/>
            <a:chOff x="2418480" y="1383840"/>
            <a:chExt cx="1638720" cy="739440"/>
          </a:xfrm>
        </p:grpSpPr>
        <p:pic>
          <p:nvPicPr>
            <p:cNvPr id="554" name="object 7" descr=""/>
            <p:cNvPicPr/>
            <p:nvPr/>
          </p:nvPicPr>
          <p:blipFill>
            <a:blip r:embed="rId5"/>
            <a:stretch/>
          </p:blipFill>
          <p:spPr>
            <a:xfrm>
              <a:off x="2418480" y="1383840"/>
              <a:ext cx="1638720" cy="739440"/>
            </a:xfrm>
            <a:prstGeom prst="rect">
              <a:avLst/>
            </a:prstGeom>
            <a:ln>
              <a:noFill/>
            </a:ln>
          </p:spPr>
        </p:pic>
        <p:sp>
          <p:nvSpPr>
            <p:cNvPr id="555" name="CustomShape 2"/>
            <p:cNvSpPr/>
            <p:nvPr/>
          </p:nvSpPr>
          <p:spPr>
            <a:xfrm>
              <a:off x="2461680" y="1504440"/>
              <a:ext cx="1442160" cy="557640"/>
            </a:xfrm>
            <a:custGeom>
              <a:avLst/>
              <a:gdLst/>
              <a:ahLst/>
              <a:rect l="l" t="t" r="r" b="b"/>
              <a:pathLst>
                <a:path w="1443354" h="558800">
                  <a:moveTo>
                    <a:pt x="1329436" y="35772"/>
                  </a:moveTo>
                  <a:lnTo>
                    <a:pt x="0" y="522986"/>
                  </a:lnTo>
                  <a:lnTo>
                    <a:pt x="13208" y="558800"/>
                  </a:lnTo>
                  <a:lnTo>
                    <a:pt x="1342531" y="71582"/>
                  </a:lnTo>
                  <a:lnTo>
                    <a:pt x="1329436" y="35772"/>
                  </a:lnTo>
                  <a:close/>
                  <a:moveTo>
                    <a:pt x="1429328" y="29210"/>
                  </a:moveTo>
                  <a:lnTo>
                    <a:pt x="1347343" y="29210"/>
                  </a:lnTo>
                  <a:lnTo>
                    <a:pt x="1360424" y="65024"/>
                  </a:lnTo>
                  <a:lnTo>
                    <a:pt x="1342531" y="71582"/>
                  </a:lnTo>
                  <a:lnTo>
                    <a:pt x="1355598" y="107314"/>
                  </a:lnTo>
                  <a:lnTo>
                    <a:pt x="1429328" y="29210"/>
                  </a:lnTo>
                  <a:close/>
                  <a:moveTo>
                    <a:pt x="1347343" y="29210"/>
                  </a:moveTo>
                  <a:lnTo>
                    <a:pt x="1329436" y="35772"/>
                  </a:lnTo>
                  <a:lnTo>
                    <a:pt x="1342531" y="71582"/>
                  </a:lnTo>
                  <a:lnTo>
                    <a:pt x="1360424" y="65024"/>
                  </a:lnTo>
                  <a:lnTo>
                    <a:pt x="1347343" y="29210"/>
                  </a:lnTo>
                  <a:close/>
                  <a:moveTo>
                    <a:pt x="1316355" y="0"/>
                  </a:moveTo>
                  <a:lnTo>
                    <a:pt x="1329436" y="35772"/>
                  </a:lnTo>
                  <a:lnTo>
                    <a:pt x="1347343" y="29210"/>
                  </a:lnTo>
                  <a:lnTo>
                    <a:pt x="1429328" y="29210"/>
                  </a:lnTo>
                  <a:lnTo>
                    <a:pt x="1443355" y="14350"/>
                  </a:lnTo>
                  <a:lnTo>
                    <a:pt x="1316355" y="0"/>
                  </a:lnTo>
                  <a:close/>
                </a:path>
              </a:pathLst>
            </a:custGeom>
            <a:solidFill>
              <a:srgbClr val="ff0000"/>
            </a:solidFill>
            <a:ln>
              <a:noFill/>
            </a:ln>
          </p:spPr>
          <p:style>
            <a:lnRef idx="0"/>
            <a:fillRef idx="0"/>
            <a:effectRef idx="0"/>
            <a:fontRef idx="minor"/>
          </p:style>
        </p:sp>
      </p:grpSp>
      <p:grpSp>
        <p:nvGrpSpPr>
          <p:cNvPr id="556" name="Group 3"/>
          <p:cNvGrpSpPr/>
          <p:nvPr/>
        </p:nvGrpSpPr>
        <p:grpSpPr>
          <a:xfrm>
            <a:off x="2682360" y="2540520"/>
            <a:ext cx="1452960" cy="2124720"/>
            <a:chOff x="2682360" y="2540520"/>
            <a:chExt cx="1452960" cy="2124720"/>
          </a:xfrm>
        </p:grpSpPr>
        <p:pic>
          <p:nvPicPr>
            <p:cNvPr id="557" name="object 10" descr=""/>
            <p:cNvPicPr/>
            <p:nvPr/>
          </p:nvPicPr>
          <p:blipFill>
            <a:blip r:embed="rId6"/>
            <a:stretch/>
          </p:blipFill>
          <p:spPr>
            <a:xfrm>
              <a:off x="2682360" y="2540520"/>
              <a:ext cx="1371960" cy="916560"/>
            </a:xfrm>
            <a:prstGeom prst="rect">
              <a:avLst/>
            </a:prstGeom>
            <a:ln>
              <a:noFill/>
            </a:ln>
          </p:spPr>
        </p:pic>
        <p:sp>
          <p:nvSpPr>
            <p:cNvPr id="558" name="CustomShape 4"/>
            <p:cNvSpPr/>
            <p:nvPr/>
          </p:nvSpPr>
          <p:spPr>
            <a:xfrm>
              <a:off x="2724840" y="2559960"/>
              <a:ext cx="1176120" cy="721440"/>
            </a:xfrm>
            <a:custGeom>
              <a:avLst/>
              <a:gdLst/>
              <a:ahLst/>
              <a:rect l="l" t="t" r="r" b="b"/>
              <a:pathLst>
                <a:path w="1177289" h="722629">
                  <a:moveTo>
                    <a:pt x="1069644" y="679352"/>
                  </a:moveTo>
                  <a:lnTo>
                    <a:pt x="1049909" y="711962"/>
                  </a:lnTo>
                  <a:lnTo>
                    <a:pt x="1177289" y="722249"/>
                  </a:lnTo>
                  <a:lnTo>
                    <a:pt x="1156453" y="689229"/>
                  </a:lnTo>
                  <a:lnTo>
                    <a:pt x="1085977" y="689229"/>
                  </a:lnTo>
                  <a:lnTo>
                    <a:pt x="1069644" y="679352"/>
                  </a:lnTo>
                  <a:close/>
                  <a:moveTo>
                    <a:pt x="1089323" y="646835"/>
                  </a:moveTo>
                  <a:lnTo>
                    <a:pt x="1069644" y="679352"/>
                  </a:lnTo>
                  <a:lnTo>
                    <a:pt x="1085977" y="689229"/>
                  </a:lnTo>
                  <a:lnTo>
                    <a:pt x="1105662" y="656717"/>
                  </a:lnTo>
                  <a:lnTo>
                    <a:pt x="1089323" y="646835"/>
                  </a:lnTo>
                  <a:close/>
                  <a:moveTo>
                    <a:pt x="1109090" y="614172"/>
                  </a:moveTo>
                  <a:lnTo>
                    <a:pt x="1089323" y="646835"/>
                  </a:lnTo>
                  <a:lnTo>
                    <a:pt x="1105662" y="656717"/>
                  </a:lnTo>
                  <a:lnTo>
                    <a:pt x="1085977" y="689229"/>
                  </a:lnTo>
                  <a:lnTo>
                    <a:pt x="1156453" y="689229"/>
                  </a:lnTo>
                  <a:lnTo>
                    <a:pt x="1109090" y="614172"/>
                  </a:lnTo>
                  <a:close/>
                  <a:moveTo>
                    <a:pt x="19812" y="0"/>
                  </a:moveTo>
                  <a:lnTo>
                    <a:pt x="0" y="32512"/>
                  </a:lnTo>
                  <a:lnTo>
                    <a:pt x="1069644" y="679352"/>
                  </a:lnTo>
                  <a:lnTo>
                    <a:pt x="1089323" y="646835"/>
                  </a:lnTo>
                  <a:lnTo>
                    <a:pt x="19812" y="0"/>
                  </a:lnTo>
                  <a:close/>
                </a:path>
              </a:pathLst>
            </a:custGeom>
            <a:solidFill>
              <a:srgbClr val="ff0000"/>
            </a:solidFill>
            <a:ln>
              <a:noFill/>
            </a:ln>
          </p:spPr>
          <p:style>
            <a:lnRef idx="0"/>
            <a:fillRef idx="0"/>
            <a:effectRef idx="0"/>
            <a:fontRef idx="minor"/>
          </p:style>
        </p:sp>
        <p:pic>
          <p:nvPicPr>
            <p:cNvPr id="559" name="object 12" descr=""/>
            <p:cNvPicPr/>
            <p:nvPr/>
          </p:nvPicPr>
          <p:blipFill>
            <a:blip r:embed="rId7"/>
            <a:stretch/>
          </p:blipFill>
          <p:spPr>
            <a:xfrm>
              <a:off x="2754000" y="2980800"/>
              <a:ext cx="1381320" cy="1684440"/>
            </a:xfrm>
            <a:prstGeom prst="rect">
              <a:avLst/>
            </a:prstGeom>
            <a:ln>
              <a:noFill/>
            </a:ln>
          </p:spPr>
        </p:pic>
        <p:sp>
          <p:nvSpPr>
            <p:cNvPr id="560" name="CustomShape 5"/>
            <p:cNvSpPr/>
            <p:nvPr/>
          </p:nvSpPr>
          <p:spPr>
            <a:xfrm>
              <a:off x="2796120" y="3000240"/>
              <a:ext cx="1185840" cy="1489320"/>
            </a:xfrm>
            <a:custGeom>
              <a:avLst/>
              <a:gdLst/>
              <a:ahLst/>
              <a:rect l="l" t="t" r="r" b="b"/>
              <a:pathLst>
                <a:path w="1186814" h="1490345">
                  <a:moveTo>
                    <a:pt x="1100801" y="1412031"/>
                  </a:moveTo>
                  <a:lnTo>
                    <a:pt x="1070864" y="1435735"/>
                  </a:lnTo>
                  <a:lnTo>
                    <a:pt x="1186688" y="1489837"/>
                  </a:lnTo>
                  <a:lnTo>
                    <a:pt x="1173540" y="1426972"/>
                  </a:lnTo>
                  <a:lnTo>
                    <a:pt x="1112646" y="1426972"/>
                  </a:lnTo>
                  <a:lnTo>
                    <a:pt x="1100801" y="1412031"/>
                  </a:lnTo>
                  <a:close/>
                  <a:moveTo>
                    <a:pt x="1130642" y="1388403"/>
                  </a:moveTo>
                  <a:lnTo>
                    <a:pt x="1100801" y="1412031"/>
                  </a:lnTo>
                  <a:lnTo>
                    <a:pt x="1112646" y="1426972"/>
                  </a:lnTo>
                  <a:lnTo>
                    <a:pt x="1142492" y="1403350"/>
                  </a:lnTo>
                  <a:lnTo>
                    <a:pt x="1130642" y="1388403"/>
                  </a:lnTo>
                  <a:close/>
                  <a:moveTo>
                    <a:pt x="1160526" y="1364742"/>
                  </a:moveTo>
                  <a:lnTo>
                    <a:pt x="1130642" y="1388403"/>
                  </a:lnTo>
                  <a:lnTo>
                    <a:pt x="1142492" y="1403350"/>
                  </a:lnTo>
                  <a:lnTo>
                    <a:pt x="1112646" y="1426972"/>
                  </a:lnTo>
                  <a:lnTo>
                    <a:pt x="1173540" y="1426972"/>
                  </a:lnTo>
                  <a:lnTo>
                    <a:pt x="1160526" y="1364742"/>
                  </a:lnTo>
                  <a:close/>
                  <a:moveTo>
                    <a:pt x="29972" y="0"/>
                  </a:moveTo>
                  <a:lnTo>
                    <a:pt x="0" y="23622"/>
                  </a:lnTo>
                  <a:lnTo>
                    <a:pt x="1100801" y="1412031"/>
                  </a:lnTo>
                  <a:lnTo>
                    <a:pt x="1130642" y="1388403"/>
                  </a:lnTo>
                  <a:lnTo>
                    <a:pt x="29972" y="0"/>
                  </a:lnTo>
                  <a:close/>
                </a:path>
              </a:pathLst>
            </a:custGeom>
            <a:solidFill>
              <a:srgbClr val="ff0000"/>
            </a:solidFill>
            <a:ln>
              <a:noFill/>
            </a:ln>
          </p:spPr>
          <p:style>
            <a:lnRef idx="0"/>
            <a:fillRef idx="0"/>
            <a:effectRef idx="0"/>
            <a:fontRef idx="minor"/>
          </p:style>
        </p:sp>
      </p:grpSp>
      <p:sp>
        <p:nvSpPr>
          <p:cNvPr id="561" name="CustomShape 6"/>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EBF54E8B-6DDC-47A4-AA88-A899C685F7B2}"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2" name="object 2" descr=""/>
          <p:cNvPicPr/>
          <p:nvPr/>
        </p:nvPicPr>
        <p:blipFill>
          <a:blip r:embed="rId1"/>
          <a:stretch/>
        </p:blipFill>
        <p:spPr>
          <a:xfrm>
            <a:off x="53280" y="48960"/>
            <a:ext cx="6014160" cy="3567960"/>
          </a:xfrm>
          <a:prstGeom prst="rect">
            <a:avLst/>
          </a:prstGeom>
          <a:ln>
            <a:noFill/>
          </a:ln>
        </p:spPr>
      </p:pic>
      <p:grpSp>
        <p:nvGrpSpPr>
          <p:cNvPr id="563" name="Group 1"/>
          <p:cNvGrpSpPr/>
          <p:nvPr/>
        </p:nvGrpSpPr>
        <p:grpSpPr>
          <a:xfrm>
            <a:off x="91440" y="1050120"/>
            <a:ext cx="8836560" cy="5781240"/>
            <a:chOff x="91440" y="1050120"/>
            <a:chExt cx="8836560" cy="5781240"/>
          </a:xfrm>
        </p:grpSpPr>
        <p:pic>
          <p:nvPicPr>
            <p:cNvPr id="564" name="object 4" descr=""/>
            <p:cNvPicPr/>
            <p:nvPr/>
          </p:nvPicPr>
          <p:blipFill>
            <a:blip r:embed="rId2"/>
            <a:stretch/>
          </p:blipFill>
          <p:spPr>
            <a:xfrm>
              <a:off x="91440" y="3718440"/>
              <a:ext cx="7719480" cy="3112920"/>
            </a:xfrm>
            <a:prstGeom prst="rect">
              <a:avLst/>
            </a:prstGeom>
            <a:ln>
              <a:noFill/>
            </a:ln>
          </p:spPr>
        </p:pic>
        <p:pic>
          <p:nvPicPr>
            <p:cNvPr id="565" name="object 5" descr=""/>
            <p:cNvPicPr/>
            <p:nvPr/>
          </p:nvPicPr>
          <p:blipFill>
            <a:blip r:embed="rId3"/>
            <a:stretch/>
          </p:blipFill>
          <p:spPr>
            <a:xfrm>
              <a:off x="7053120" y="1050120"/>
              <a:ext cx="1874880" cy="3761640"/>
            </a:xfrm>
            <a:prstGeom prst="rect">
              <a:avLst/>
            </a:prstGeom>
            <a:ln>
              <a:noFill/>
            </a:ln>
          </p:spPr>
        </p:pic>
      </p:grpSp>
      <p:pic>
        <p:nvPicPr>
          <p:cNvPr id="566" name="object 6" descr=""/>
          <p:cNvPicPr/>
          <p:nvPr/>
        </p:nvPicPr>
        <p:blipFill>
          <a:blip r:embed="rId4"/>
          <a:stretch/>
        </p:blipFill>
        <p:spPr>
          <a:xfrm>
            <a:off x="9832680" y="810720"/>
            <a:ext cx="1867320" cy="1411560"/>
          </a:xfrm>
          <a:prstGeom prst="rect">
            <a:avLst/>
          </a:prstGeom>
          <a:ln>
            <a:noFill/>
          </a:ln>
        </p:spPr>
      </p:pic>
      <p:pic>
        <p:nvPicPr>
          <p:cNvPr id="567" name="object 7" descr=""/>
          <p:cNvPicPr/>
          <p:nvPr/>
        </p:nvPicPr>
        <p:blipFill>
          <a:blip r:embed="rId5"/>
          <a:stretch/>
        </p:blipFill>
        <p:spPr>
          <a:xfrm>
            <a:off x="9829800" y="2575440"/>
            <a:ext cx="2039400" cy="1410120"/>
          </a:xfrm>
          <a:prstGeom prst="rect">
            <a:avLst/>
          </a:prstGeom>
          <a:ln>
            <a:noFill/>
          </a:ln>
        </p:spPr>
      </p:pic>
      <p:pic>
        <p:nvPicPr>
          <p:cNvPr id="568" name="object 8" descr=""/>
          <p:cNvPicPr/>
          <p:nvPr/>
        </p:nvPicPr>
        <p:blipFill>
          <a:blip r:embed="rId6"/>
          <a:stretch/>
        </p:blipFill>
        <p:spPr>
          <a:xfrm>
            <a:off x="9910440" y="4328280"/>
            <a:ext cx="1878120" cy="1420920"/>
          </a:xfrm>
          <a:prstGeom prst="rect">
            <a:avLst/>
          </a:prstGeom>
          <a:ln>
            <a:noFill/>
          </a:ln>
        </p:spPr>
      </p:pic>
      <p:grpSp>
        <p:nvGrpSpPr>
          <p:cNvPr id="569" name="Group 2"/>
          <p:cNvGrpSpPr/>
          <p:nvPr/>
        </p:nvGrpSpPr>
        <p:grpSpPr>
          <a:xfrm>
            <a:off x="8348400" y="1383840"/>
            <a:ext cx="1638720" cy="739440"/>
            <a:chOff x="8348400" y="1383840"/>
            <a:chExt cx="1638720" cy="739440"/>
          </a:xfrm>
        </p:grpSpPr>
        <p:pic>
          <p:nvPicPr>
            <p:cNvPr id="570" name="object 10" descr=""/>
            <p:cNvPicPr/>
            <p:nvPr/>
          </p:nvPicPr>
          <p:blipFill>
            <a:blip r:embed="rId7"/>
            <a:stretch/>
          </p:blipFill>
          <p:spPr>
            <a:xfrm>
              <a:off x="8348400" y="1383840"/>
              <a:ext cx="1638720" cy="739440"/>
            </a:xfrm>
            <a:prstGeom prst="rect">
              <a:avLst/>
            </a:prstGeom>
            <a:ln>
              <a:noFill/>
            </a:ln>
          </p:spPr>
        </p:pic>
        <p:sp>
          <p:nvSpPr>
            <p:cNvPr id="571" name="CustomShape 3"/>
            <p:cNvSpPr/>
            <p:nvPr/>
          </p:nvSpPr>
          <p:spPr>
            <a:xfrm>
              <a:off x="8391240" y="1504440"/>
              <a:ext cx="1442160" cy="557640"/>
            </a:xfrm>
            <a:custGeom>
              <a:avLst/>
              <a:gdLst/>
              <a:ahLst/>
              <a:rect l="l" t="t" r="r" b="b"/>
              <a:pathLst>
                <a:path w="1443354" h="558800">
                  <a:moveTo>
                    <a:pt x="1329436" y="35772"/>
                  </a:moveTo>
                  <a:lnTo>
                    <a:pt x="0" y="522986"/>
                  </a:lnTo>
                  <a:lnTo>
                    <a:pt x="13207" y="558800"/>
                  </a:lnTo>
                  <a:lnTo>
                    <a:pt x="1342531" y="71582"/>
                  </a:lnTo>
                  <a:lnTo>
                    <a:pt x="1329436" y="35772"/>
                  </a:lnTo>
                  <a:close/>
                  <a:moveTo>
                    <a:pt x="1429328" y="29210"/>
                  </a:moveTo>
                  <a:lnTo>
                    <a:pt x="1347343" y="29210"/>
                  </a:lnTo>
                  <a:lnTo>
                    <a:pt x="1360424" y="65024"/>
                  </a:lnTo>
                  <a:lnTo>
                    <a:pt x="1342531" y="71582"/>
                  </a:lnTo>
                  <a:lnTo>
                    <a:pt x="1355598" y="107314"/>
                  </a:lnTo>
                  <a:lnTo>
                    <a:pt x="1429328" y="29210"/>
                  </a:lnTo>
                  <a:close/>
                  <a:moveTo>
                    <a:pt x="1347343" y="29210"/>
                  </a:moveTo>
                  <a:lnTo>
                    <a:pt x="1329436" y="35772"/>
                  </a:lnTo>
                  <a:lnTo>
                    <a:pt x="1342531" y="71582"/>
                  </a:lnTo>
                  <a:lnTo>
                    <a:pt x="1360424" y="65024"/>
                  </a:lnTo>
                  <a:lnTo>
                    <a:pt x="1347343" y="29210"/>
                  </a:lnTo>
                  <a:close/>
                  <a:moveTo>
                    <a:pt x="1316354" y="0"/>
                  </a:moveTo>
                  <a:lnTo>
                    <a:pt x="1329436" y="35772"/>
                  </a:lnTo>
                  <a:lnTo>
                    <a:pt x="1347343" y="29210"/>
                  </a:lnTo>
                  <a:lnTo>
                    <a:pt x="1429328" y="29210"/>
                  </a:lnTo>
                  <a:lnTo>
                    <a:pt x="1443354" y="14350"/>
                  </a:lnTo>
                  <a:lnTo>
                    <a:pt x="1316354" y="0"/>
                  </a:lnTo>
                  <a:close/>
                </a:path>
              </a:pathLst>
            </a:custGeom>
            <a:solidFill>
              <a:srgbClr val="ff0000"/>
            </a:solidFill>
            <a:ln>
              <a:noFill/>
            </a:ln>
          </p:spPr>
          <p:style>
            <a:lnRef idx="0"/>
            <a:fillRef idx="0"/>
            <a:effectRef idx="0"/>
            <a:fontRef idx="minor"/>
          </p:style>
        </p:sp>
      </p:grpSp>
      <p:grpSp>
        <p:nvGrpSpPr>
          <p:cNvPr id="572" name="Group 4"/>
          <p:cNvGrpSpPr/>
          <p:nvPr/>
        </p:nvGrpSpPr>
        <p:grpSpPr>
          <a:xfrm>
            <a:off x="8610480" y="2540520"/>
            <a:ext cx="1452960" cy="2124720"/>
            <a:chOff x="8610480" y="2540520"/>
            <a:chExt cx="1452960" cy="2124720"/>
          </a:xfrm>
        </p:grpSpPr>
        <p:pic>
          <p:nvPicPr>
            <p:cNvPr id="573" name="object 13" descr=""/>
            <p:cNvPicPr/>
            <p:nvPr/>
          </p:nvPicPr>
          <p:blipFill>
            <a:blip r:embed="rId8"/>
            <a:stretch/>
          </p:blipFill>
          <p:spPr>
            <a:xfrm>
              <a:off x="8610480" y="2540520"/>
              <a:ext cx="1371960" cy="916560"/>
            </a:xfrm>
            <a:prstGeom prst="rect">
              <a:avLst/>
            </a:prstGeom>
            <a:ln>
              <a:noFill/>
            </a:ln>
          </p:spPr>
        </p:pic>
        <p:sp>
          <p:nvSpPr>
            <p:cNvPr id="574" name="CustomShape 5"/>
            <p:cNvSpPr/>
            <p:nvPr/>
          </p:nvSpPr>
          <p:spPr>
            <a:xfrm>
              <a:off x="8653320" y="2559960"/>
              <a:ext cx="1176120" cy="721440"/>
            </a:xfrm>
            <a:custGeom>
              <a:avLst/>
              <a:gdLst/>
              <a:ahLst/>
              <a:rect l="l" t="t" r="r" b="b"/>
              <a:pathLst>
                <a:path w="1177290" h="722629">
                  <a:moveTo>
                    <a:pt x="1069644" y="679352"/>
                  </a:moveTo>
                  <a:lnTo>
                    <a:pt x="1049908" y="711962"/>
                  </a:lnTo>
                  <a:lnTo>
                    <a:pt x="1177289" y="722249"/>
                  </a:lnTo>
                  <a:lnTo>
                    <a:pt x="1156453" y="689229"/>
                  </a:lnTo>
                  <a:lnTo>
                    <a:pt x="1085977" y="689229"/>
                  </a:lnTo>
                  <a:lnTo>
                    <a:pt x="1069644" y="679352"/>
                  </a:lnTo>
                  <a:close/>
                  <a:moveTo>
                    <a:pt x="1089323" y="646835"/>
                  </a:moveTo>
                  <a:lnTo>
                    <a:pt x="1069644" y="679352"/>
                  </a:lnTo>
                  <a:lnTo>
                    <a:pt x="1085977" y="689229"/>
                  </a:lnTo>
                  <a:lnTo>
                    <a:pt x="1105661" y="656717"/>
                  </a:lnTo>
                  <a:lnTo>
                    <a:pt x="1089323" y="646835"/>
                  </a:lnTo>
                  <a:close/>
                  <a:moveTo>
                    <a:pt x="1109091" y="614172"/>
                  </a:moveTo>
                  <a:lnTo>
                    <a:pt x="1089323" y="646835"/>
                  </a:lnTo>
                  <a:lnTo>
                    <a:pt x="1105661" y="656717"/>
                  </a:lnTo>
                  <a:lnTo>
                    <a:pt x="1085977" y="689229"/>
                  </a:lnTo>
                  <a:lnTo>
                    <a:pt x="1156453" y="689229"/>
                  </a:lnTo>
                  <a:lnTo>
                    <a:pt x="1109091" y="614172"/>
                  </a:lnTo>
                  <a:close/>
                  <a:moveTo>
                    <a:pt x="19811" y="0"/>
                  </a:moveTo>
                  <a:lnTo>
                    <a:pt x="0" y="32512"/>
                  </a:lnTo>
                  <a:lnTo>
                    <a:pt x="1069644" y="679352"/>
                  </a:lnTo>
                  <a:lnTo>
                    <a:pt x="1089323" y="646835"/>
                  </a:lnTo>
                  <a:lnTo>
                    <a:pt x="19811" y="0"/>
                  </a:lnTo>
                  <a:close/>
                </a:path>
              </a:pathLst>
            </a:custGeom>
            <a:solidFill>
              <a:srgbClr val="ff0000"/>
            </a:solidFill>
            <a:ln>
              <a:noFill/>
            </a:ln>
          </p:spPr>
          <p:style>
            <a:lnRef idx="0"/>
            <a:fillRef idx="0"/>
            <a:effectRef idx="0"/>
            <a:fontRef idx="minor"/>
          </p:style>
        </p:sp>
        <p:pic>
          <p:nvPicPr>
            <p:cNvPr id="575" name="object 15" descr=""/>
            <p:cNvPicPr/>
            <p:nvPr/>
          </p:nvPicPr>
          <p:blipFill>
            <a:blip r:embed="rId9"/>
            <a:stretch/>
          </p:blipFill>
          <p:spPr>
            <a:xfrm>
              <a:off x="8682120" y="2980800"/>
              <a:ext cx="1381320" cy="1684440"/>
            </a:xfrm>
            <a:prstGeom prst="rect">
              <a:avLst/>
            </a:prstGeom>
            <a:ln>
              <a:noFill/>
            </a:ln>
          </p:spPr>
        </p:pic>
        <p:sp>
          <p:nvSpPr>
            <p:cNvPr id="576" name="CustomShape 6"/>
            <p:cNvSpPr/>
            <p:nvPr/>
          </p:nvSpPr>
          <p:spPr>
            <a:xfrm>
              <a:off x="8724240" y="3000240"/>
              <a:ext cx="1185840" cy="1489320"/>
            </a:xfrm>
            <a:custGeom>
              <a:avLst/>
              <a:gdLst/>
              <a:ahLst/>
              <a:rect l="l" t="t" r="r" b="b"/>
              <a:pathLst>
                <a:path w="1186815" h="1490345">
                  <a:moveTo>
                    <a:pt x="1100801" y="1412031"/>
                  </a:moveTo>
                  <a:lnTo>
                    <a:pt x="1070863" y="1435735"/>
                  </a:lnTo>
                  <a:lnTo>
                    <a:pt x="1186687" y="1489837"/>
                  </a:lnTo>
                  <a:lnTo>
                    <a:pt x="1173540" y="1426972"/>
                  </a:lnTo>
                  <a:lnTo>
                    <a:pt x="1112647" y="1426972"/>
                  </a:lnTo>
                  <a:lnTo>
                    <a:pt x="1100801" y="1412031"/>
                  </a:lnTo>
                  <a:close/>
                  <a:moveTo>
                    <a:pt x="1130642" y="1388403"/>
                  </a:moveTo>
                  <a:lnTo>
                    <a:pt x="1100801" y="1412031"/>
                  </a:lnTo>
                  <a:lnTo>
                    <a:pt x="1112647" y="1426972"/>
                  </a:lnTo>
                  <a:lnTo>
                    <a:pt x="1142491" y="1403350"/>
                  </a:lnTo>
                  <a:lnTo>
                    <a:pt x="1130642" y="1388403"/>
                  </a:lnTo>
                  <a:close/>
                  <a:moveTo>
                    <a:pt x="1160526" y="1364742"/>
                  </a:moveTo>
                  <a:lnTo>
                    <a:pt x="1130642" y="1388403"/>
                  </a:lnTo>
                  <a:lnTo>
                    <a:pt x="1142491" y="1403350"/>
                  </a:lnTo>
                  <a:lnTo>
                    <a:pt x="1112647" y="1426972"/>
                  </a:lnTo>
                  <a:lnTo>
                    <a:pt x="1173540" y="1426972"/>
                  </a:lnTo>
                  <a:lnTo>
                    <a:pt x="1160526" y="1364742"/>
                  </a:lnTo>
                  <a:close/>
                  <a:moveTo>
                    <a:pt x="29972" y="0"/>
                  </a:moveTo>
                  <a:lnTo>
                    <a:pt x="0" y="23622"/>
                  </a:lnTo>
                  <a:lnTo>
                    <a:pt x="1100801" y="1412031"/>
                  </a:lnTo>
                  <a:lnTo>
                    <a:pt x="1130642" y="1388403"/>
                  </a:lnTo>
                  <a:lnTo>
                    <a:pt x="29972" y="0"/>
                  </a:lnTo>
                  <a:close/>
                </a:path>
              </a:pathLst>
            </a:custGeom>
            <a:solidFill>
              <a:srgbClr val="ff0000"/>
            </a:solidFill>
            <a:ln>
              <a:noFill/>
            </a:ln>
          </p:spPr>
          <p:style>
            <a:lnRef idx="0"/>
            <a:fillRef idx="0"/>
            <a:effectRef idx="0"/>
            <a:fontRef idx="minor"/>
          </p:style>
        </p:sp>
      </p:grpSp>
      <p:sp>
        <p:nvSpPr>
          <p:cNvPr id="577" name="CustomShape 7"/>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85E693F1-AE2E-4917-B375-A836A404E615}"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CustomShape 1"/>
          <p:cNvSpPr/>
          <p:nvPr/>
        </p:nvSpPr>
        <p:spPr>
          <a:xfrm>
            <a:off x="609840" y="411480"/>
            <a:ext cx="217188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Scrollbar</a:t>
            </a:r>
            <a:endParaRPr b="0" lang="en-US" sz="3900" spc="-1" strike="noStrike">
              <a:latin typeface="Arial"/>
            </a:endParaRPr>
          </a:p>
        </p:txBody>
      </p:sp>
      <p:sp>
        <p:nvSpPr>
          <p:cNvPr id="579" name="CustomShape 2"/>
          <p:cNvSpPr/>
          <p:nvPr/>
        </p:nvSpPr>
        <p:spPr>
          <a:xfrm>
            <a:off x="688320" y="1379880"/>
            <a:ext cx="10607400" cy="1382760"/>
          </a:xfrm>
          <a:prstGeom prst="rect">
            <a:avLst/>
          </a:prstGeom>
          <a:noFill/>
          <a:ln>
            <a:noFill/>
          </a:ln>
        </p:spPr>
        <p:style>
          <a:lnRef idx="0"/>
          <a:fillRef idx="0"/>
          <a:effectRef idx="0"/>
          <a:fontRef idx="minor"/>
        </p:style>
        <p:txBody>
          <a:bodyPr lIns="0" rIns="0" tIns="12600" bIns="0">
            <a:spAutoFit/>
          </a:bodyPr>
          <a:p>
            <a:pPr marL="355680" indent="-342000" algn="just">
              <a:lnSpc>
                <a:spcPct val="100000"/>
              </a:lnSpc>
              <a:spcBef>
                <a:spcPts val="99"/>
              </a:spcBef>
              <a:buClr>
                <a:srgbClr val="330066"/>
              </a:buClr>
              <a:buSzPct val="70000"/>
              <a:buFont typeface="Wingdings" charset="2"/>
              <a:buChar char=""/>
              <a:tabLst>
                <a:tab algn="l" pos="355680"/>
              </a:tabLst>
            </a:pPr>
            <a:r>
              <a:rPr b="0" lang="en-US" sz="3000" spc="-1" strike="noStrike">
                <a:solidFill>
                  <a:srgbClr val="000000"/>
                </a:solidFill>
                <a:latin typeface="Arial"/>
                <a:ea typeface="DejaVu Sans"/>
              </a:rPr>
              <a:t>The scrollbar widget </a:t>
            </a:r>
            <a:r>
              <a:rPr b="0" lang="en-US" sz="3000" spc="-7" strike="noStrike">
                <a:solidFill>
                  <a:srgbClr val="000000"/>
                </a:solidFill>
                <a:latin typeface="Arial"/>
                <a:ea typeface="DejaVu Sans"/>
              </a:rPr>
              <a:t>is </a:t>
            </a:r>
            <a:r>
              <a:rPr b="0" lang="en-US" sz="3000" spc="-1" strike="noStrike">
                <a:solidFill>
                  <a:srgbClr val="000000"/>
                </a:solidFill>
                <a:latin typeface="Arial"/>
                <a:ea typeface="DejaVu Sans"/>
              </a:rPr>
              <a:t>used </a:t>
            </a:r>
            <a:r>
              <a:rPr b="0" lang="en-US" sz="3000" spc="-7" strike="noStrike">
                <a:solidFill>
                  <a:srgbClr val="000000"/>
                </a:solidFill>
                <a:latin typeface="Arial"/>
                <a:ea typeface="DejaVu Sans"/>
              </a:rPr>
              <a:t>to </a:t>
            </a:r>
            <a:r>
              <a:rPr b="0" lang="en-US" sz="3000" spc="-1" strike="noStrike">
                <a:solidFill>
                  <a:srgbClr val="000000"/>
                </a:solidFill>
                <a:latin typeface="Arial"/>
                <a:ea typeface="DejaVu Sans"/>
              </a:rPr>
              <a:t>scroll down the content of the </a:t>
            </a:r>
            <a:r>
              <a:rPr b="0" lang="en-US" sz="3000" spc="-820" strike="noStrike">
                <a:solidFill>
                  <a:srgbClr val="000000"/>
                </a:solidFill>
                <a:latin typeface="Arial"/>
                <a:ea typeface="DejaVu Sans"/>
              </a:rPr>
              <a:t> </a:t>
            </a:r>
            <a:r>
              <a:rPr b="0" lang="en-US" sz="3000" spc="-7" strike="noStrike">
                <a:solidFill>
                  <a:srgbClr val="000000"/>
                </a:solidFill>
                <a:latin typeface="Arial"/>
                <a:ea typeface="DejaVu Sans"/>
              </a:rPr>
              <a:t>other</a:t>
            </a:r>
            <a:r>
              <a:rPr b="0" lang="en-US" sz="3000" spc="-1" strike="noStrike">
                <a:solidFill>
                  <a:srgbClr val="000000"/>
                </a:solidFill>
                <a:latin typeface="Arial"/>
                <a:ea typeface="DejaVu Sans"/>
              </a:rPr>
              <a:t> widgets</a:t>
            </a:r>
            <a:r>
              <a:rPr b="0" lang="en-US" sz="3000" spc="-26" strike="noStrike">
                <a:solidFill>
                  <a:srgbClr val="000000"/>
                </a:solidFill>
                <a:latin typeface="Arial"/>
                <a:ea typeface="DejaVu Sans"/>
              </a:rPr>
              <a:t> </a:t>
            </a:r>
            <a:r>
              <a:rPr b="0" lang="en-US" sz="3000" spc="-1" strike="noStrike">
                <a:solidFill>
                  <a:srgbClr val="000000"/>
                </a:solidFill>
                <a:latin typeface="Arial"/>
                <a:ea typeface="DejaVu Sans"/>
              </a:rPr>
              <a:t>like</a:t>
            </a:r>
            <a:r>
              <a:rPr b="0" lang="en-US" sz="3000" spc="-26" strike="noStrike">
                <a:solidFill>
                  <a:srgbClr val="000000"/>
                </a:solidFill>
                <a:latin typeface="Arial"/>
                <a:ea typeface="DejaVu Sans"/>
              </a:rPr>
              <a:t> </a:t>
            </a:r>
            <a:r>
              <a:rPr b="0" lang="en-US" sz="3000" spc="-7" strike="noStrike">
                <a:solidFill>
                  <a:srgbClr val="000000"/>
                </a:solidFill>
                <a:latin typeface="Arial"/>
                <a:ea typeface="DejaVu Sans"/>
              </a:rPr>
              <a:t>listbox,</a:t>
            </a:r>
            <a:r>
              <a:rPr b="0" lang="en-US" sz="3000" spc="-12" strike="noStrike">
                <a:solidFill>
                  <a:srgbClr val="000000"/>
                </a:solidFill>
                <a:latin typeface="Arial"/>
                <a:ea typeface="DejaVu Sans"/>
              </a:rPr>
              <a:t> </a:t>
            </a:r>
            <a:r>
              <a:rPr b="0" lang="en-US" sz="3000" spc="-7" strike="noStrike">
                <a:solidFill>
                  <a:srgbClr val="000000"/>
                </a:solidFill>
                <a:latin typeface="Arial"/>
                <a:ea typeface="DejaVu Sans"/>
              </a:rPr>
              <a:t>text,</a:t>
            </a:r>
            <a:r>
              <a:rPr b="0" lang="en-US" sz="3000" spc="12" strike="noStrike">
                <a:solidFill>
                  <a:srgbClr val="000000"/>
                </a:solidFill>
                <a:latin typeface="Arial"/>
                <a:ea typeface="DejaVu Sans"/>
              </a:rPr>
              <a:t> </a:t>
            </a:r>
            <a:r>
              <a:rPr b="0" lang="en-US" sz="3000" spc="-7" strike="noStrike">
                <a:solidFill>
                  <a:srgbClr val="000000"/>
                </a:solidFill>
                <a:latin typeface="Arial"/>
                <a:ea typeface="DejaVu Sans"/>
              </a:rPr>
              <a:t>and</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canvas.</a:t>
            </a:r>
            <a:r>
              <a:rPr b="0" lang="en-US" sz="3000" spc="-12" strike="noStrike">
                <a:solidFill>
                  <a:srgbClr val="000000"/>
                </a:solidFill>
                <a:latin typeface="Arial"/>
                <a:ea typeface="DejaVu Sans"/>
              </a:rPr>
              <a:t> </a:t>
            </a:r>
            <a:r>
              <a:rPr b="0" lang="en-US" sz="3000" spc="-1" strike="noStrike">
                <a:solidFill>
                  <a:srgbClr val="000000"/>
                </a:solidFill>
                <a:latin typeface="Arial"/>
                <a:ea typeface="DejaVu Sans"/>
              </a:rPr>
              <a:t>However,</a:t>
            </a:r>
            <a:r>
              <a:rPr b="0" lang="en-US" sz="3000" spc="-32" strike="noStrike">
                <a:solidFill>
                  <a:srgbClr val="000000"/>
                </a:solidFill>
                <a:latin typeface="Arial"/>
                <a:ea typeface="DejaVu Sans"/>
              </a:rPr>
              <a:t> </a:t>
            </a:r>
            <a:r>
              <a:rPr b="0" lang="en-US" sz="3000" spc="-7" strike="noStrike">
                <a:solidFill>
                  <a:srgbClr val="000000"/>
                </a:solidFill>
                <a:latin typeface="Arial"/>
                <a:ea typeface="DejaVu Sans"/>
              </a:rPr>
              <a:t>we</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can </a:t>
            </a:r>
            <a:r>
              <a:rPr b="0" lang="en-US" sz="3000" spc="-826" strike="noStrike">
                <a:solidFill>
                  <a:srgbClr val="000000"/>
                </a:solidFill>
                <a:latin typeface="Arial"/>
                <a:ea typeface="DejaVu Sans"/>
              </a:rPr>
              <a:t> </a:t>
            </a:r>
            <a:r>
              <a:rPr b="0" lang="en-US" sz="3000" spc="-1" strike="noStrike">
                <a:solidFill>
                  <a:srgbClr val="000000"/>
                </a:solidFill>
                <a:latin typeface="Arial"/>
                <a:ea typeface="DejaVu Sans"/>
              </a:rPr>
              <a:t>also</a:t>
            </a:r>
            <a:r>
              <a:rPr b="0" lang="en-US" sz="3000" spc="-21" strike="noStrike">
                <a:solidFill>
                  <a:srgbClr val="000000"/>
                </a:solidFill>
                <a:latin typeface="Arial"/>
                <a:ea typeface="DejaVu Sans"/>
              </a:rPr>
              <a:t> </a:t>
            </a:r>
            <a:r>
              <a:rPr b="0" lang="en-US" sz="3000" spc="-7" strike="noStrike">
                <a:solidFill>
                  <a:srgbClr val="000000"/>
                </a:solidFill>
                <a:latin typeface="Arial"/>
                <a:ea typeface="DejaVu Sans"/>
              </a:rPr>
              <a:t>create </a:t>
            </a:r>
            <a:r>
              <a:rPr b="0" lang="en-US" sz="3000" spc="-1" strike="noStrike">
                <a:solidFill>
                  <a:srgbClr val="000000"/>
                </a:solidFill>
                <a:latin typeface="Arial"/>
                <a:ea typeface="DejaVu Sans"/>
              </a:rPr>
              <a:t>the horizontal</a:t>
            </a:r>
            <a:r>
              <a:rPr b="0" lang="en-US" sz="3000" spc="-32" strike="noStrike">
                <a:solidFill>
                  <a:srgbClr val="000000"/>
                </a:solidFill>
                <a:latin typeface="Arial"/>
                <a:ea typeface="DejaVu Sans"/>
              </a:rPr>
              <a:t> </a:t>
            </a:r>
            <a:r>
              <a:rPr b="0" lang="en-US" sz="3000" spc="-1" strike="noStrike">
                <a:solidFill>
                  <a:srgbClr val="000000"/>
                </a:solidFill>
                <a:latin typeface="Arial"/>
                <a:ea typeface="DejaVu Sans"/>
              </a:rPr>
              <a:t>scrollbars</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to</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the Entry</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widget.</a:t>
            </a:r>
            <a:endParaRPr b="0" lang="en-US" sz="3000" spc="-1" strike="noStrike">
              <a:latin typeface="Arial"/>
            </a:endParaRPr>
          </a:p>
        </p:txBody>
      </p:sp>
      <p:pic>
        <p:nvPicPr>
          <p:cNvPr id="580" name="object 4" descr=""/>
          <p:cNvPicPr/>
          <p:nvPr/>
        </p:nvPicPr>
        <p:blipFill>
          <a:blip r:embed="rId1"/>
          <a:stretch/>
        </p:blipFill>
        <p:spPr>
          <a:xfrm>
            <a:off x="3989880" y="3000600"/>
            <a:ext cx="3403440" cy="911880"/>
          </a:xfrm>
          <a:prstGeom prst="rect">
            <a:avLst/>
          </a:prstGeom>
          <a:ln>
            <a:noFill/>
          </a:ln>
        </p:spPr>
      </p:pic>
      <p:sp>
        <p:nvSpPr>
          <p:cNvPr id="581" name="CustomShape 3"/>
          <p:cNvSpPr/>
          <p:nvPr/>
        </p:nvSpPr>
        <p:spPr>
          <a:xfrm>
            <a:off x="757080" y="5789880"/>
            <a:ext cx="5630760" cy="286560"/>
          </a:xfrm>
          <a:prstGeom prst="rect">
            <a:avLst/>
          </a:prstGeom>
          <a:noFill/>
          <a:ln>
            <a:noFill/>
          </a:ln>
        </p:spPr>
        <p:style>
          <a:lnRef idx="0"/>
          <a:fillRef idx="0"/>
          <a:effectRef idx="0"/>
          <a:fontRef idx="minor"/>
        </p:style>
        <p:txBody>
          <a:bodyPr lIns="0" rIns="0" tIns="12600" bIns="0">
            <a:spAutoFit/>
          </a:bodyPr>
          <a:p>
            <a:pPr marL="12600">
              <a:lnSpc>
                <a:spcPct val="100000"/>
              </a:lnSpc>
              <a:spcBef>
                <a:spcPts val="99"/>
              </a:spcBef>
            </a:pPr>
            <a:r>
              <a:rPr b="1" lang="en-US" sz="1800" spc="-7" strike="noStrike" u="sng">
                <a:solidFill>
                  <a:srgbClr val="0000ff"/>
                </a:solidFill>
                <a:uFill>
                  <a:solidFill>
                    <a:srgbClr val="7d9ce8"/>
                  </a:solidFill>
                </a:uFill>
                <a:latin typeface="Arial"/>
                <a:ea typeface="DejaVu Sans"/>
                <a:hlinkClick r:id="rId2"/>
              </a:rPr>
              <a:t>https://www.javatpoint.com/python-tkinter-scrollbar</a:t>
            </a:r>
            <a:endParaRPr b="0" lang="en-US" sz="1800" spc="-1" strike="noStrike">
              <a:latin typeface="Arial"/>
            </a:endParaRPr>
          </a:p>
        </p:txBody>
      </p:sp>
      <p:sp>
        <p:nvSpPr>
          <p:cNvPr id="582" name="CustomShape 4"/>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F9221447-19BC-4BB5-BE22-B6C216906D7B}"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3" name="object 2" descr=""/>
          <p:cNvPicPr/>
          <p:nvPr/>
        </p:nvPicPr>
        <p:blipFill>
          <a:blip r:embed="rId1"/>
          <a:stretch/>
        </p:blipFill>
        <p:spPr>
          <a:xfrm>
            <a:off x="381600" y="823320"/>
            <a:ext cx="6286680" cy="3981600"/>
          </a:xfrm>
          <a:prstGeom prst="rect">
            <a:avLst/>
          </a:prstGeom>
          <a:ln>
            <a:noFill/>
          </a:ln>
        </p:spPr>
      </p:pic>
      <p:pic>
        <p:nvPicPr>
          <p:cNvPr id="584" name="object 3" descr=""/>
          <p:cNvPicPr/>
          <p:nvPr/>
        </p:nvPicPr>
        <p:blipFill>
          <a:blip r:embed="rId2"/>
          <a:stretch/>
        </p:blipFill>
        <p:spPr>
          <a:xfrm>
            <a:off x="7441560" y="1062360"/>
            <a:ext cx="3008880" cy="3513240"/>
          </a:xfrm>
          <a:prstGeom prst="rect">
            <a:avLst/>
          </a:prstGeom>
          <a:ln>
            <a:noFill/>
          </a:ln>
        </p:spPr>
      </p:pic>
      <p:sp>
        <p:nvSpPr>
          <p:cNvPr id="585"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8FCA373E-61FC-418D-81A7-8016CF255A42}"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CustomShape 1"/>
          <p:cNvSpPr/>
          <p:nvPr/>
        </p:nvSpPr>
        <p:spPr>
          <a:xfrm>
            <a:off x="609840" y="411480"/>
            <a:ext cx="575208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7" strike="noStrike">
                <a:solidFill>
                  <a:srgbClr val="330066"/>
                </a:solidFill>
                <a:latin typeface="Arial"/>
                <a:ea typeface="DejaVu Sans"/>
              </a:rPr>
              <a:t>Brief</a:t>
            </a:r>
            <a:r>
              <a:rPr b="1" lang="en-US" sz="3900" spc="-15" strike="noStrike">
                <a:solidFill>
                  <a:srgbClr val="330066"/>
                </a:solidFill>
                <a:latin typeface="Arial"/>
                <a:ea typeface="DejaVu Sans"/>
              </a:rPr>
              <a:t> </a:t>
            </a:r>
            <a:r>
              <a:rPr b="1" lang="en-US" sz="3900" spc="-1" strike="noStrike">
                <a:solidFill>
                  <a:srgbClr val="330066"/>
                </a:solidFill>
                <a:latin typeface="Arial"/>
                <a:ea typeface="DejaVu Sans"/>
              </a:rPr>
              <a:t>Tour</a:t>
            </a:r>
            <a:r>
              <a:rPr b="1" lang="en-US" sz="3900" spc="-15" strike="noStrike">
                <a:solidFill>
                  <a:srgbClr val="330066"/>
                </a:solidFill>
                <a:latin typeface="Arial"/>
                <a:ea typeface="DejaVu Sans"/>
              </a:rPr>
              <a:t> </a:t>
            </a:r>
            <a:r>
              <a:rPr b="1" lang="en-US" sz="3900" spc="-1" strike="noStrike">
                <a:solidFill>
                  <a:srgbClr val="330066"/>
                </a:solidFill>
                <a:latin typeface="Arial"/>
                <a:ea typeface="DejaVu Sans"/>
              </a:rPr>
              <a:t>of</a:t>
            </a:r>
            <a:r>
              <a:rPr b="1" lang="en-US" sz="3900" spc="-15" strike="noStrike">
                <a:solidFill>
                  <a:srgbClr val="330066"/>
                </a:solidFill>
                <a:latin typeface="Arial"/>
                <a:ea typeface="DejaVu Sans"/>
              </a:rPr>
              <a:t> </a:t>
            </a:r>
            <a:r>
              <a:rPr b="1" lang="en-US" sz="3900" spc="-1" strike="noStrike">
                <a:solidFill>
                  <a:srgbClr val="330066"/>
                </a:solidFill>
                <a:latin typeface="Arial"/>
                <a:ea typeface="DejaVu Sans"/>
              </a:rPr>
              <a:t>Other</a:t>
            </a:r>
            <a:r>
              <a:rPr b="1" lang="en-US" sz="3900" spc="-12" strike="noStrike">
                <a:solidFill>
                  <a:srgbClr val="330066"/>
                </a:solidFill>
                <a:latin typeface="Arial"/>
                <a:ea typeface="DejaVu Sans"/>
              </a:rPr>
              <a:t> </a:t>
            </a:r>
            <a:r>
              <a:rPr b="1" lang="en-US" sz="3900" spc="-1" strike="noStrike">
                <a:solidFill>
                  <a:srgbClr val="330066"/>
                </a:solidFill>
                <a:latin typeface="Arial"/>
                <a:ea typeface="DejaVu Sans"/>
              </a:rPr>
              <a:t>GUIs</a:t>
            </a:r>
            <a:endParaRPr b="0" lang="en-US" sz="3900" spc="-1" strike="noStrike">
              <a:latin typeface="Arial"/>
            </a:endParaRPr>
          </a:p>
        </p:txBody>
      </p:sp>
      <p:sp>
        <p:nvSpPr>
          <p:cNvPr id="587"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48708129-55FF-4D9C-ABF2-B822CF540FE8}"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588" name="CustomShape 3"/>
          <p:cNvSpPr/>
          <p:nvPr/>
        </p:nvSpPr>
        <p:spPr>
          <a:xfrm>
            <a:off x="688320" y="1288440"/>
            <a:ext cx="8305200" cy="2753640"/>
          </a:xfrm>
          <a:prstGeom prst="rect">
            <a:avLst/>
          </a:prstGeom>
          <a:noFill/>
          <a:ln>
            <a:noFill/>
          </a:ln>
        </p:spPr>
        <p:style>
          <a:lnRef idx="0"/>
          <a:fillRef idx="0"/>
          <a:effectRef idx="0"/>
          <a:fontRef idx="minor"/>
        </p:style>
        <p:txBody>
          <a:bodyPr lIns="0" rIns="0" tIns="104040" bIns="0">
            <a:spAutoFit/>
          </a:bodyPr>
          <a:p>
            <a:pPr marL="355680" indent="-342000">
              <a:lnSpc>
                <a:spcPct val="100000"/>
              </a:lnSpc>
              <a:spcBef>
                <a:spcPts val="819"/>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Tix</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(Tk </a:t>
            </a:r>
            <a:r>
              <a:rPr b="0" lang="en-US" sz="3000" spc="-7" strike="noStrike">
                <a:solidFill>
                  <a:srgbClr val="000000"/>
                </a:solidFill>
                <a:latin typeface="Arial"/>
                <a:ea typeface="DejaVu Sans"/>
              </a:rPr>
              <a:t>Interface</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eXtensions)</a:t>
            </a:r>
            <a:endParaRPr b="0" lang="en-US" sz="3000" spc="-1" strike="noStrike">
              <a:latin typeface="Arial"/>
            </a:endParaRPr>
          </a:p>
          <a:p>
            <a:pPr marL="355680" indent="-342000">
              <a:lnSpc>
                <a:spcPct val="100000"/>
              </a:lnSpc>
              <a:spcBef>
                <a:spcPts val="726"/>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Pmw</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(Python</a:t>
            </a:r>
            <a:r>
              <a:rPr b="0" lang="en-US" sz="3000" spc="-35" strike="noStrike">
                <a:solidFill>
                  <a:srgbClr val="000000"/>
                </a:solidFill>
                <a:latin typeface="Arial"/>
                <a:ea typeface="DejaVu Sans"/>
              </a:rPr>
              <a:t> </a:t>
            </a:r>
            <a:r>
              <a:rPr b="0" lang="en-US" sz="3000" spc="-1" strike="noStrike">
                <a:solidFill>
                  <a:srgbClr val="000000"/>
                </a:solidFill>
                <a:latin typeface="Arial"/>
                <a:ea typeface="DejaVu Sans"/>
              </a:rPr>
              <a:t>MegaWidgets</a:t>
            </a:r>
            <a:r>
              <a:rPr b="0" lang="en-US" sz="3000" spc="-55" strike="noStrike">
                <a:solidFill>
                  <a:srgbClr val="000000"/>
                </a:solidFill>
                <a:latin typeface="Arial"/>
                <a:ea typeface="DejaVu Sans"/>
              </a:rPr>
              <a:t> </a:t>
            </a:r>
            <a:r>
              <a:rPr b="0" lang="en-US" sz="3000" spc="-1" strike="noStrike">
                <a:solidFill>
                  <a:srgbClr val="000000"/>
                </a:solidFill>
                <a:latin typeface="Arial"/>
                <a:ea typeface="DejaVu Sans"/>
              </a:rPr>
              <a:t>Tkinter</a:t>
            </a:r>
            <a:r>
              <a:rPr b="0" lang="en-US" sz="3000" spc="-32" strike="noStrike">
                <a:solidFill>
                  <a:srgbClr val="000000"/>
                </a:solidFill>
                <a:latin typeface="Arial"/>
                <a:ea typeface="DejaVu Sans"/>
              </a:rPr>
              <a:t> </a:t>
            </a:r>
            <a:r>
              <a:rPr b="0" lang="en-US" sz="3000" spc="-1" strike="noStrike">
                <a:solidFill>
                  <a:srgbClr val="000000"/>
                </a:solidFill>
                <a:latin typeface="Arial"/>
                <a:ea typeface="DejaVu Sans"/>
              </a:rPr>
              <a:t>extension),</a:t>
            </a:r>
            <a:endParaRPr b="0" lang="en-US" sz="3000" spc="-1" strike="noStrike">
              <a:latin typeface="Arial"/>
            </a:endParaRPr>
          </a:p>
          <a:p>
            <a:pPr marL="355680" indent="-342000">
              <a:lnSpc>
                <a:spcPct val="100000"/>
              </a:lnSpc>
              <a:spcBef>
                <a:spcPts val="714"/>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wxPython</a:t>
            </a:r>
            <a:r>
              <a:rPr b="0" lang="en-US" sz="3000" spc="-41" strike="noStrike">
                <a:solidFill>
                  <a:srgbClr val="000000"/>
                </a:solidFill>
                <a:latin typeface="Arial"/>
                <a:ea typeface="DejaVu Sans"/>
              </a:rPr>
              <a:t> </a:t>
            </a:r>
            <a:r>
              <a:rPr b="0" lang="en-US" sz="3000" spc="-1" strike="noStrike">
                <a:solidFill>
                  <a:srgbClr val="000000"/>
                </a:solidFill>
                <a:latin typeface="Arial"/>
                <a:ea typeface="DejaVu Sans"/>
              </a:rPr>
              <a:t>(Python</a:t>
            </a:r>
            <a:r>
              <a:rPr b="0" lang="en-US" sz="3000" spc="-26" strike="noStrike">
                <a:solidFill>
                  <a:srgbClr val="000000"/>
                </a:solidFill>
                <a:latin typeface="Arial"/>
                <a:ea typeface="DejaVu Sans"/>
              </a:rPr>
              <a:t> </a:t>
            </a:r>
            <a:r>
              <a:rPr b="0" lang="en-US" sz="3000" spc="-1" strike="noStrike">
                <a:solidFill>
                  <a:srgbClr val="000000"/>
                </a:solidFill>
                <a:latin typeface="Arial"/>
                <a:ea typeface="DejaVu Sans"/>
              </a:rPr>
              <a:t>binding</a:t>
            </a:r>
            <a:r>
              <a:rPr b="0" lang="en-US" sz="3000" spc="-32" strike="noStrike">
                <a:solidFill>
                  <a:srgbClr val="000000"/>
                </a:solidFill>
                <a:latin typeface="Arial"/>
                <a:ea typeface="DejaVu Sans"/>
              </a:rPr>
              <a:t> </a:t>
            </a:r>
            <a:r>
              <a:rPr b="0" lang="en-US" sz="3000" spc="-12" strike="noStrike">
                <a:solidFill>
                  <a:srgbClr val="000000"/>
                </a:solidFill>
                <a:latin typeface="Arial"/>
                <a:ea typeface="DejaVu Sans"/>
              </a:rPr>
              <a:t>to</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wxWidgets),</a:t>
            </a:r>
            <a:r>
              <a:rPr b="0" lang="en-US" sz="3000" spc="-26" strike="noStrike">
                <a:solidFill>
                  <a:srgbClr val="000000"/>
                </a:solidFill>
                <a:latin typeface="Arial"/>
                <a:ea typeface="DejaVu Sans"/>
              </a:rPr>
              <a:t> </a:t>
            </a:r>
            <a:r>
              <a:rPr b="0" lang="en-US" sz="3000" spc="-7" strike="noStrike">
                <a:solidFill>
                  <a:srgbClr val="000000"/>
                </a:solidFill>
                <a:latin typeface="Arial"/>
                <a:ea typeface="DejaVu Sans"/>
              </a:rPr>
              <a:t>and</a:t>
            </a:r>
            <a:endParaRPr b="0" lang="en-US" sz="3000" spc="-1" strike="noStrike">
              <a:latin typeface="Arial"/>
            </a:endParaRPr>
          </a:p>
          <a:p>
            <a:pPr marL="355680" indent="-342000">
              <a:lnSpc>
                <a:spcPct val="100000"/>
              </a:lnSpc>
              <a:spcBef>
                <a:spcPts val="720"/>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PyGTK</a:t>
            </a:r>
            <a:r>
              <a:rPr b="0" lang="en-US" sz="3000" spc="-7" strike="noStrike">
                <a:solidFill>
                  <a:srgbClr val="000000"/>
                </a:solidFill>
                <a:latin typeface="Arial"/>
                <a:ea typeface="DejaVu Sans"/>
              </a:rPr>
              <a:t> (Python</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binding</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to</a:t>
            </a:r>
            <a:r>
              <a:rPr b="0" lang="en-US" sz="3000" spc="-35" strike="noStrike">
                <a:solidFill>
                  <a:srgbClr val="000000"/>
                </a:solidFill>
                <a:latin typeface="Arial"/>
                <a:ea typeface="DejaVu Sans"/>
              </a:rPr>
              <a:t> </a:t>
            </a:r>
            <a:r>
              <a:rPr b="0" lang="en-US" sz="3000" spc="-7" strike="noStrike">
                <a:solidFill>
                  <a:srgbClr val="000000"/>
                </a:solidFill>
                <a:latin typeface="Arial"/>
                <a:ea typeface="DejaVu Sans"/>
              </a:rPr>
              <a:t>GTK+).</a:t>
            </a:r>
            <a:endParaRPr b="0" lang="en-US" sz="3000" spc="-1" strike="noStrike">
              <a:latin typeface="Arial"/>
            </a:endParaRPr>
          </a:p>
          <a:p>
            <a:pPr>
              <a:lnSpc>
                <a:spcPct val="100000"/>
              </a:lnSpc>
              <a:spcBef>
                <a:spcPts val="720"/>
              </a:spcBef>
              <a:tabLst>
                <a:tab algn="l" pos="354960"/>
                <a:tab algn="l" pos="355680"/>
              </a:tabLst>
            </a:pP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CustomShape 1"/>
          <p:cNvSpPr/>
          <p:nvPr/>
        </p:nvSpPr>
        <p:spPr>
          <a:xfrm>
            <a:off x="304920" y="609480"/>
            <a:ext cx="9905040" cy="5210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i="1" lang="en-IN" sz="2400" spc="-1" strike="noStrike">
                <a:solidFill>
                  <a:srgbClr val="000000"/>
                </a:solidFill>
                <a:latin typeface="Calibri"/>
                <a:ea typeface="DejaVu Sans"/>
              </a:rPr>
              <a:t>Tk Interface eXtensions (Tix)</a:t>
            </a:r>
            <a:endParaRPr b="0" lang="en-US" sz="2400" spc="-1" strike="noStrike">
              <a:latin typeface="Arial"/>
            </a:endParaRPr>
          </a:p>
          <a:p>
            <a:pPr>
              <a:lnSpc>
                <a:spcPct val="100000"/>
              </a:lnSpc>
            </a:pPr>
            <a:r>
              <a:rPr b="0" lang="en-IN" sz="2400" spc="-1" strike="noStrike">
                <a:solidFill>
                  <a:srgbClr val="000000"/>
                </a:solidFill>
                <a:latin typeface="Calibri"/>
                <a:ea typeface="DejaVu Sans"/>
              </a:rPr>
              <a:t>We start with an example (Example 19.7) of using the Tix module. Tix is an extension library for Tcl/Tk that adds many new widgets, image types, and other commands that keep Tk a viable GUI development toolkit.</a:t>
            </a:r>
            <a:endParaRPr b="0" lang="en-US" sz="2400" spc="-1" strike="noStrike">
              <a:latin typeface="Arial"/>
            </a:endParaRPr>
          </a:p>
          <a:p>
            <a:pPr>
              <a:lnSpc>
                <a:spcPct val="100000"/>
              </a:lnSpc>
            </a:pPr>
            <a:r>
              <a:rPr b="1" i="1" lang="en-IN" sz="2400" spc="-1" strike="noStrike">
                <a:solidFill>
                  <a:srgbClr val="000000"/>
                </a:solidFill>
                <a:latin typeface="Calibri"/>
                <a:ea typeface="DejaVu Sans"/>
              </a:rPr>
              <a:t>Python MegaWidgets (PMW)</a:t>
            </a:r>
            <a:endParaRPr b="0" lang="en-US" sz="2400" spc="-1" strike="noStrike">
              <a:latin typeface="Arial"/>
            </a:endParaRPr>
          </a:p>
          <a:p>
            <a:pPr>
              <a:lnSpc>
                <a:spcPct val="100000"/>
              </a:lnSpc>
            </a:pPr>
            <a:r>
              <a:rPr b="0" lang="en-IN" sz="2400" spc="-1" strike="noStrike">
                <a:solidFill>
                  <a:srgbClr val="000000"/>
                </a:solidFill>
                <a:latin typeface="Calibri"/>
                <a:ea typeface="DejaVu Sans"/>
              </a:rPr>
              <a:t>It basically helps the extend its longevity by adding more modern widgets to the GUI palette.</a:t>
            </a:r>
            <a:endParaRPr b="0" lang="en-US" sz="2400" spc="-1" strike="noStrike">
              <a:latin typeface="Arial"/>
            </a:endParaRPr>
          </a:p>
          <a:p>
            <a:pPr>
              <a:lnSpc>
                <a:spcPct val="100000"/>
              </a:lnSpc>
            </a:pPr>
            <a:r>
              <a:rPr b="0" lang="en-IN" sz="2400" spc="-1" strike="noStrike">
                <a:solidFill>
                  <a:srgbClr val="000000"/>
                </a:solidFill>
                <a:latin typeface="Calibri"/>
                <a:ea typeface="DejaVu Sans"/>
              </a:rPr>
              <a:t>The Pmw example is so similar to our Tix example that we leave line-by line</a:t>
            </a:r>
            <a:endParaRPr b="0" lang="en-US" sz="2400" spc="-1" strike="noStrike">
              <a:latin typeface="Arial"/>
            </a:endParaRPr>
          </a:p>
          <a:p>
            <a:pPr>
              <a:lnSpc>
                <a:spcPct val="100000"/>
              </a:lnSpc>
            </a:pPr>
            <a:r>
              <a:rPr b="0" lang="en-IN" sz="2400" spc="-1" strike="noStrike">
                <a:solidFill>
                  <a:srgbClr val="000000"/>
                </a:solidFill>
                <a:latin typeface="Calibri"/>
                <a:ea typeface="DejaVu Sans"/>
              </a:rPr>
              <a:t>analysis to the reader. The line of code that differs the most is the constructor</a:t>
            </a:r>
            <a:endParaRPr b="0" lang="en-US" sz="2400" spc="-1" strike="noStrike">
              <a:latin typeface="Arial"/>
            </a:endParaRPr>
          </a:p>
          <a:p>
            <a:pPr>
              <a:lnSpc>
                <a:spcPct val="100000"/>
              </a:lnSpc>
            </a:pPr>
            <a:r>
              <a:rPr b="0" lang="en-IN" sz="2400" spc="-1" strike="noStrike">
                <a:solidFill>
                  <a:srgbClr val="000000"/>
                </a:solidFill>
                <a:latin typeface="Calibri"/>
                <a:ea typeface="DejaVu Sans"/>
              </a:rPr>
              <a:t>for the control widget, the Pmw Counter.</a:t>
            </a:r>
            <a:endParaRPr b="0" lang="en-US" sz="2400" spc="-1" strike="noStrike">
              <a:latin typeface="Arial"/>
            </a:endParaRPr>
          </a:p>
          <a:p>
            <a:pPr>
              <a:lnSpc>
                <a:spcPct val="100000"/>
              </a:lnSpc>
            </a:pPr>
            <a:r>
              <a:rPr b="0" lang="en-IN" sz="2400" spc="-1" strike="noStrike">
                <a:solidFill>
                  <a:srgbClr val="000000"/>
                </a:solidFill>
                <a:latin typeface="Calibri"/>
                <a:ea typeface="DejaVu Sans"/>
              </a:rPr>
              <a:t> </a:t>
            </a:r>
            <a:r>
              <a:rPr b="0" lang="en-IN" sz="2400" spc="-1" strike="noStrike">
                <a:solidFill>
                  <a:srgbClr val="000000"/>
                </a:solidFill>
                <a:latin typeface="Calibri"/>
                <a:ea typeface="DejaVu Sans"/>
              </a:rPr>
              <a:t>It provides for entry validation.</a:t>
            </a:r>
            <a:endParaRPr b="0" lang="en-US" sz="2400" spc="-1" strike="noStrike">
              <a:latin typeface="Arial"/>
            </a:endParaRPr>
          </a:p>
          <a:p>
            <a:pPr>
              <a:lnSpc>
                <a:spcPct val="100000"/>
              </a:lnSpc>
            </a:pPr>
            <a:r>
              <a:rPr b="0" lang="en-IN" sz="2400" spc="-1" strike="noStrike">
                <a:solidFill>
                  <a:srgbClr val="000000"/>
                </a:solidFill>
                <a:latin typeface="Calibri"/>
                <a:ea typeface="DejaVu Sans"/>
              </a:rPr>
              <a:t>Instead of specifying the smallest and largest possible values as</a:t>
            </a:r>
            <a:endParaRPr b="0" lang="en-US" sz="2400" spc="-1" strike="noStrike">
              <a:latin typeface="Arial"/>
            </a:endParaRPr>
          </a:p>
          <a:p>
            <a:pPr>
              <a:lnSpc>
                <a:spcPct val="100000"/>
              </a:lnSpc>
            </a:pPr>
            <a:r>
              <a:rPr b="0" lang="en-IN" sz="2400" spc="-1" strike="noStrike">
                <a:solidFill>
                  <a:srgbClr val="000000"/>
                </a:solidFill>
                <a:latin typeface="Calibri"/>
                <a:ea typeface="DejaVu Sans"/>
              </a:rPr>
              <a:t>keyword arguments to the widget constructor, Pmw uses a “validator” to</a:t>
            </a:r>
            <a:endParaRPr b="0" lang="en-US" sz="2400" spc="-1" strike="noStrike">
              <a:latin typeface="Arial"/>
            </a:endParaRPr>
          </a:p>
          <a:p>
            <a:pPr>
              <a:lnSpc>
                <a:spcPct val="100000"/>
              </a:lnSpc>
            </a:pPr>
            <a:r>
              <a:rPr b="0" lang="en-IN" sz="2400" spc="-1" strike="noStrike">
                <a:solidFill>
                  <a:srgbClr val="000000"/>
                </a:solidFill>
                <a:latin typeface="Calibri"/>
                <a:ea typeface="DejaVu Sans"/>
              </a:rPr>
              <a:t>ensure that the values do not fall outside our accepted range.</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CustomShape 1"/>
          <p:cNvSpPr/>
          <p:nvPr/>
        </p:nvSpPr>
        <p:spPr>
          <a:xfrm>
            <a:off x="609840" y="411480"/>
            <a:ext cx="678132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Tk</a:t>
            </a:r>
            <a:r>
              <a:rPr b="1" lang="en-US" sz="3900" spc="-12" strike="noStrike">
                <a:solidFill>
                  <a:srgbClr val="330066"/>
                </a:solidFill>
                <a:latin typeface="Arial"/>
                <a:ea typeface="DejaVu Sans"/>
              </a:rPr>
              <a:t> </a:t>
            </a:r>
            <a:r>
              <a:rPr b="1" lang="en-US" sz="3900" spc="-7" strike="noStrike">
                <a:solidFill>
                  <a:srgbClr val="330066"/>
                </a:solidFill>
                <a:latin typeface="Arial"/>
                <a:ea typeface="DejaVu Sans"/>
              </a:rPr>
              <a:t>Interface</a:t>
            </a:r>
            <a:r>
              <a:rPr b="1" lang="en-US" sz="3900" spc="24" strike="noStrike">
                <a:solidFill>
                  <a:srgbClr val="330066"/>
                </a:solidFill>
                <a:latin typeface="Arial"/>
                <a:ea typeface="DejaVu Sans"/>
              </a:rPr>
              <a:t> </a:t>
            </a:r>
            <a:r>
              <a:rPr b="1" lang="en-US" sz="3900" spc="-1" strike="noStrike">
                <a:solidFill>
                  <a:srgbClr val="330066"/>
                </a:solidFill>
                <a:latin typeface="Arial"/>
                <a:ea typeface="DejaVu Sans"/>
              </a:rPr>
              <a:t>eXtensions</a:t>
            </a:r>
            <a:r>
              <a:rPr b="1" lang="en-US" sz="3900" spc="12" strike="noStrike">
                <a:solidFill>
                  <a:srgbClr val="330066"/>
                </a:solidFill>
                <a:latin typeface="Arial"/>
                <a:ea typeface="DejaVu Sans"/>
              </a:rPr>
              <a:t> </a:t>
            </a:r>
            <a:r>
              <a:rPr b="1" lang="en-US" sz="3900" spc="-1" strike="noStrike">
                <a:solidFill>
                  <a:srgbClr val="330066"/>
                </a:solidFill>
                <a:latin typeface="Arial"/>
                <a:ea typeface="DejaVu Sans"/>
              </a:rPr>
              <a:t>(Tix)</a:t>
            </a:r>
            <a:endParaRPr b="0" lang="en-US" sz="3900" spc="-1" strike="noStrike">
              <a:latin typeface="Arial"/>
            </a:endParaRPr>
          </a:p>
        </p:txBody>
      </p:sp>
      <p:sp>
        <p:nvSpPr>
          <p:cNvPr id="591" name="CustomShape 2"/>
          <p:cNvSpPr/>
          <p:nvPr/>
        </p:nvSpPr>
        <p:spPr>
          <a:xfrm>
            <a:off x="688320" y="1379880"/>
            <a:ext cx="4516200" cy="469080"/>
          </a:xfrm>
          <a:prstGeom prst="rect">
            <a:avLst/>
          </a:prstGeom>
          <a:noFill/>
          <a:ln>
            <a:noFill/>
          </a:ln>
        </p:spPr>
        <p:style>
          <a:lnRef idx="0"/>
          <a:fillRef idx="0"/>
          <a:effectRef idx="0"/>
          <a:fontRef idx="minor"/>
        </p:style>
        <p:txBody>
          <a:bodyPr lIns="0" rIns="0" tIns="12600" bIns="0">
            <a:spAutoFit/>
          </a:bodyPr>
          <a:p>
            <a:pPr marL="355680" indent="-342000">
              <a:lnSpc>
                <a:spcPct val="100000"/>
              </a:lnSpc>
              <a:spcBef>
                <a:spcPts val="99"/>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Extension</a:t>
            </a:r>
            <a:r>
              <a:rPr b="0" lang="en-US" sz="3000" spc="-41" strike="noStrike">
                <a:solidFill>
                  <a:srgbClr val="000000"/>
                </a:solidFill>
                <a:latin typeface="Arial"/>
                <a:ea typeface="DejaVu Sans"/>
              </a:rPr>
              <a:t> </a:t>
            </a:r>
            <a:r>
              <a:rPr b="0" lang="en-US" sz="3000" spc="-1" strike="noStrike">
                <a:solidFill>
                  <a:srgbClr val="000000"/>
                </a:solidFill>
                <a:latin typeface="Arial"/>
                <a:ea typeface="DejaVu Sans"/>
              </a:rPr>
              <a:t>widgets</a:t>
            </a:r>
            <a:r>
              <a:rPr b="0" lang="en-US" sz="3000" spc="-60" strike="noStrike">
                <a:solidFill>
                  <a:srgbClr val="000000"/>
                </a:solidFill>
                <a:latin typeface="Arial"/>
                <a:ea typeface="DejaVu Sans"/>
              </a:rPr>
              <a:t> </a:t>
            </a:r>
            <a:r>
              <a:rPr b="0" lang="en-US" sz="3000" spc="-1" strike="noStrike">
                <a:solidFill>
                  <a:srgbClr val="000000"/>
                </a:solidFill>
                <a:latin typeface="Arial"/>
                <a:ea typeface="DejaVu Sans"/>
              </a:rPr>
              <a:t>for</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Tk</a:t>
            </a:r>
            <a:endParaRPr b="0" lang="en-US" sz="3000" spc="-1" strike="noStrike">
              <a:latin typeface="Arial"/>
            </a:endParaRPr>
          </a:p>
        </p:txBody>
      </p:sp>
      <p:pic>
        <p:nvPicPr>
          <p:cNvPr id="592" name="object 4" descr=""/>
          <p:cNvPicPr/>
          <p:nvPr/>
        </p:nvPicPr>
        <p:blipFill>
          <a:blip r:embed="rId1"/>
          <a:stretch/>
        </p:blipFill>
        <p:spPr>
          <a:xfrm>
            <a:off x="6952320" y="1601640"/>
            <a:ext cx="3713040" cy="4008600"/>
          </a:xfrm>
          <a:prstGeom prst="rect">
            <a:avLst/>
          </a:prstGeom>
          <a:ln>
            <a:noFill/>
          </a:ln>
        </p:spPr>
      </p:pic>
      <p:pic>
        <p:nvPicPr>
          <p:cNvPr id="593" name="object 5" descr=""/>
          <p:cNvPicPr/>
          <p:nvPr/>
        </p:nvPicPr>
        <p:blipFill>
          <a:blip r:embed="rId2"/>
          <a:stretch/>
        </p:blipFill>
        <p:spPr>
          <a:xfrm>
            <a:off x="2334600" y="2630520"/>
            <a:ext cx="3333600" cy="1951200"/>
          </a:xfrm>
          <a:prstGeom prst="rect">
            <a:avLst/>
          </a:prstGeom>
          <a:ln>
            <a:noFill/>
          </a:ln>
        </p:spPr>
      </p:pic>
      <p:sp>
        <p:nvSpPr>
          <p:cNvPr id="594" name="CustomShape 3"/>
          <p:cNvSpPr/>
          <p:nvPr/>
        </p:nvSpPr>
        <p:spPr>
          <a:xfrm>
            <a:off x="6529680" y="6291720"/>
            <a:ext cx="5156280" cy="477000"/>
          </a:xfrm>
          <a:prstGeom prst="rect">
            <a:avLst/>
          </a:prstGeom>
          <a:noFill/>
          <a:ln>
            <a:noFill/>
          </a:ln>
        </p:spPr>
        <p:style>
          <a:lnRef idx="0"/>
          <a:fillRef idx="0"/>
          <a:effectRef idx="0"/>
          <a:fontRef idx="minor"/>
        </p:style>
        <p:txBody>
          <a:bodyPr lIns="0" rIns="0" tIns="0" bIns="0">
            <a:spAutoFit/>
          </a:bodyPr>
          <a:p>
            <a:pPr algn="r">
              <a:lnSpc>
                <a:spcPct val="100000"/>
              </a:lnSpc>
            </a:pPr>
            <a:fld id="{CFC44631-C5D0-4C60-BBF1-16271A4232C0}" type="slidenum">
              <a:rPr b="0" lang="en-US" sz="1000" spc="-7" strike="noStrike">
                <a:solidFill>
                  <a:srgbClr val="000000"/>
                </a:solidFill>
                <a:latin typeface="Arial"/>
                <a:ea typeface="DejaVu Sans"/>
              </a:rPr>
              <a:t>&lt;number&gt;</a:t>
            </a:fld>
            <a:endParaRPr b="0" lang="en-US" sz="1000" spc="-1" strike="noStrike">
              <a:latin typeface="Arial"/>
            </a:endParaRPr>
          </a:p>
          <a:p>
            <a:pPr marL="12600">
              <a:lnSpc>
                <a:spcPct val="100000"/>
              </a:lnSpc>
              <a:spcBef>
                <a:spcPts val="400"/>
              </a:spcBef>
            </a:pPr>
            <a:r>
              <a:rPr b="1" lang="en-US" sz="1800" spc="-7" strike="noStrike" u="sng">
                <a:solidFill>
                  <a:srgbClr val="0000ff"/>
                </a:solidFill>
                <a:uFill>
                  <a:solidFill>
                    <a:srgbClr val="7d9ce8"/>
                  </a:solidFill>
                </a:uFill>
                <a:latin typeface="Arial"/>
                <a:ea typeface="DejaVu Sans"/>
                <a:hlinkClick r:id="rId3"/>
              </a:rPr>
              <a:t>https://docs.python.org/3/library/tkinter.tix.html</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CustomShape 1"/>
          <p:cNvSpPr/>
          <p:nvPr/>
        </p:nvSpPr>
        <p:spPr>
          <a:xfrm>
            <a:off x="609840" y="411480"/>
            <a:ext cx="611460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wxWidgets</a:t>
            </a:r>
            <a:r>
              <a:rPr b="1" lang="en-US" sz="3900" spc="-12" strike="noStrike">
                <a:solidFill>
                  <a:srgbClr val="330066"/>
                </a:solidFill>
                <a:latin typeface="Arial"/>
                <a:ea typeface="DejaVu Sans"/>
              </a:rPr>
              <a:t> </a:t>
            </a:r>
            <a:r>
              <a:rPr b="1" lang="en-US" sz="3900" spc="-1" strike="noStrike">
                <a:solidFill>
                  <a:srgbClr val="330066"/>
                </a:solidFill>
                <a:latin typeface="Arial"/>
                <a:ea typeface="DejaVu Sans"/>
              </a:rPr>
              <a:t>and</a:t>
            </a:r>
            <a:r>
              <a:rPr b="1" lang="en-US" sz="3900" spc="-32" strike="noStrike">
                <a:solidFill>
                  <a:srgbClr val="330066"/>
                </a:solidFill>
                <a:latin typeface="Arial"/>
                <a:ea typeface="DejaVu Sans"/>
              </a:rPr>
              <a:t> </a:t>
            </a:r>
            <a:r>
              <a:rPr b="1" lang="en-US" sz="3900" spc="-1" strike="noStrike">
                <a:solidFill>
                  <a:srgbClr val="330066"/>
                </a:solidFill>
                <a:latin typeface="Arial"/>
                <a:ea typeface="DejaVu Sans"/>
              </a:rPr>
              <a:t>wxPython</a:t>
            </a:r>
            <a:endParaRPr b="0" lang="en-US" sz="3900" spc="-1" strike="noStrike">
              <a:latin typeface="Arial"/>
            </a:endParaRPr>
          </a:p>
        </p:txBody>
      </p:sp>
      <p:sp>
        <p:nvSpPr>
          <p:cNvPr id="596"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8A645CBB-5D4A-471D-9E34-550D50A93EA3}"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597" name="CustomShape 3"/>
          <p:cNvSpPr/>
          <p:nvPr/>
        </p:nvSpPr>
        <p:spPr>
          <a:xfrm>
            <a:off x="515520" y="1379880"/>
            <a:ext cx="11159640" cy="4672080"/>
          </a:xfrm>
          <a:prstGeom prst="rect">
            <a:avLst/>
          </a:prstGeom>
          <a:noFill/>
          <a:ln>
            <a:noFill/>
          </a:ln>
        </p:spPr>
        <p:style>
          <a:lnRef idx="0"/>
          <a:fillRef idx="0"/>
          <a:effectRef idx="0"/>
          <a:fontRef idx="minor"/>
        </p:style>
        <p:txBody>
          <a:bodyPr lIns="0" rIns="0" tIns="12600" bIns="0">
            <a:noAutofit/>
          </a:bodyPr>
          <a:p>
            <a:pPr marL="528480" indent="-342000">
              <a:lnSpc>
                <a:spcPct val="100000"/>
              </a:lnSpc>
              <a:spcBef>
                <a:spcPts val="99"/>
              </a:spcBef>
              <a:buClr>
                <a:srgbClr val="330066"/>
              </a:buClr>
              <a:buSzPct val="70000"/>
              <a:buFont typeface="Wingdings" charset="2"/>
              <a:buChar char=""/>
              <a:tabLst>
                <a:tab algn="l" pos="527760"/>
                <a:tab algn="l" pos="528480"/>
              </a:tabLst>
            </a:pPr>
            <a:r>
              <a:rPr b="0" lang="en-US" sz="3000" spc="-1" strike="noStrike">
                <a:solidFill>
                  <a:srgbClr val="000000"/>
                </a:solidFill>
                <a:latin typeface="Arial"/>
                <a:ea typeface="DejaVu Sans"/>
              </a:rPr>
              <a:t>wxWidgets</a:t>
            </a:r>
            <a:r>
              <a:rPr b="0" lang="en-US" sz="3000" spc="-32" strike="noStrike">
                <a:solidFill>
                  <a:srgbClr val="000000"/>
                </a:solidFill>
                <a:latin typeface="Arial"/>
                <a:ea typeface="DejaVu Sans"/>
              </a:rPr>
              <a:t> </a:t>
            </a:r>
            <a:r>
              <a:rPr b="0" lang="en-US" sz="3000" spc="-7" strike="noStrike">
                <a:solidFill>
                  <a:srgbClr val="000000"/>
                </a:solidFill>
                <a:latin typeface="Arial"/>
                <a:ea typeface="DejaVu Sans"/>
              </a:rPr>
              <a:t>(formerly</a:t>
            </a:r>
            <a:r>
              <a:rPr b="0" lang="en-US" sz="3000" spc="-1" strike="noStrike">
                <a:solidFill>
                  <a:srgbClr val="000000"/>
                </a:solidFill>
                <a:latin typeface="Arial"/>
                <a:ea typeface="DejaVu Sans"/>
              </a:rPr>
              <a:t> known</a:t>
            </a:r>
            <a:r>
              <a:rPr b="0" lang="en-US" sz="3000" spc="-15" strike="noStrike">
                <a:solidFill>
                  <a:srgbClr val="000000"/>
                </a:solidFill>
                <a:latin typeface="Arial"/>
                <a:ea typeface="DejaVu Sans"/>
              </a:rPr>
              <a:t> </a:t>
            </a:r>
            <a:r>
              <a:rPr b="0" lang="en-US" sz="3000" spc="-7" strike="noStrike">
                <a:solidFill>
                  <a:srgbClr val="000000"/>
                </a:solidFill>
                <a:latin typeface="Arial"/>
                <a:ea typeface="DejaVu Sans"/>
              </a:rPr>
              <a:t>as</a:t>
            </a:r>
            <a:r>
              <a:rPr b="0" lang="en-US" sz="3000" spc="-1" strike="noStrike">
                <a:solidFill>
                  <a:srgbClr val="000000"/>
                </a:solidFill>
                <a:latin typeface="Arial"/>
                <a:ea typeface="DejaVu Sans"/>
              </a:rPr>
              <a:t> wxWindows)</a:t>
            </a:r>
            <a:r>
              <a:rPr b="0" lang="en-US" sz="3000" spc="-32" strike="noStrike">
                <a:solidFill>
                  <a:srgbClr val="000000"/>
                </a:solidFill>
                <a:latin typeface="Arial"/>
                <a:ea typeface="DejaVu Sans"/>
              </a:rPr>
              <a:t> </a:t>
            </a:r>
            <a:r>
              <a:rPr b="0" lang="en-US" sz="3000" spc="-7" strike="noStrike">
                <a:solidFill>
                  <a:srgbClr val="000000"/>
                </a:solidFill>
                <a:latin typeface="Arial"/>
                <a:ea typeface="DejaVu Sans"/>
              </a:rPr>
              <a:t>is</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a</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cross-platform </a:t>
            </a:r>
            <a:r>
              <a:rPr b="0" lang="en-US" sz="3000" spc="-820" strike="noStrike">
                <a:solidFill>
                  <a:srgbClr val="000000"/>
                </a:solidFill>
                <a:latin typeface="Arial"/>
                <a:ea typeface="DejaVu Sans"/>
              </a:rPr>
              <a:t> </a:t>
            </a:r>
            <a:r>
              <a:rPr b="0" lang="en-US" sz="3000" spc="-1" strike="noStrike">
                <a:solidFill>
                  <a:srgbClr val="000000"/>
                </a:solidFill>
                <a:latin typeface="Arial"/>
                <a:ea typeface="DejaVu Sans"/>
              </a:rPr>
              <a:t>toolkit</a:t>
            </a:r>
            <a:r>
              <a:rPr b="0" lang="en-US" sz="3000" spc="-21" strike="noStrike">
                <a:solidFill>
                  <a:srgbClr val="000000"/>
                </a:solidFill>
                <a:latin typeface="Arial"/>
                <a:ea typeface="DejaVu Sans"/>
              </a:rPr>
              <a:t> </a:t>
            </a:r>
            <a:r>
              <a:rPr b="0" lang="en-US" sz="3000" spc="-7" strike="noStrike">
                <a:solidFill>
                  <a:srgbClr val="000000"/>
                </a:solidFill>
                <a:latin typeface="Arial"/>
                <a:ea typeface="DejaVu Sans"/>
              </a:rPr>
              <a:t>used</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to build</a:t>
            </a:r>
            <a:r>
              <a:rPr b="0" lang="en-US" sz="3000" spc="-32" strike="noStrike">
                <a:solidFill>
                  <a:srgbClr val="000000"/>
                </a:solidFill>
                <a:latin typeface="Arial"/>
                <a:ea typeface="DejaVu Sans"/>
              </a:rPr>
              <a:t> </a:t>
            </a:r>
            <a:r>
              <a:rPr b="0" lang="en-US" sz="3000" spc="-1" strike="noStrike">
                <a:solidFill>
                  <a:srgbClr val="000000"/>
                </a:solidFill>
                <a:latin typeface="Arial"/>
                <a:ea typeface="DejaVu Sans"/>
              </a:rPr>
              <a:t>graphical</a:t>
            </a:r>
            <a:r>
              <a:rPr b="0" lang="en-US" sz="3000" spc="-26" strike="noStrike">
                <a:solidFill>
                  <a:srgbClr val="000000"/>
                </a:solidFill>
                <a:latin typeface="Arial"/>
                <a:ea typeface="DejaVu Sans"/>
              </a:rPr>
              <a:t> </a:t>
            </a:r>
            <a:r>
              <a:rPr b="0" lang="en-US" sz="3000" spc="-7" strike="noStrike">
                <a:solidFill>
                  <a:srgbClr val="000000"/>
                </a:solidFill>
                <a:latin typeface="Arial"/>
                <a:ea typeface="DejaVu Sans"/>
              </a:rPr>
              <a:t>user</a:t>
            </a:r>
            <a:r>
              <a:rPr b="0" lang="en-US" sz="3000" spc="-1" strike="noStrike">
                <a:solidFill>
                  <a:srgbClr val="000000"/>
                </a:solidFill>
                <a:latin typeface="Arial"/>
                <a:ea typeface="DejaVu Sans"/>
              </a:rPr>
              <a:t> applications.</a:t>
            </a:r>
            <a:endParaRPr b="0" lang="en-US" sz="3000" spc="-1" strike="noStrike">
              <a:latin typeface="Arial"/>
            </a:endParaRPr>
          </a:p>
          <a:p>
            <a:pPr marL="528480" indent="-342000">
              <a:lnSpc>
                <a:spcPct val="100000"/>
              </a:lnSpc>
              <a:spcBef>
                <a:spcPts val="720"/>
              </a:spcBef>
              <a:buClr>
                <a:srgbClr val="330066"/>
              </a:buClr>
              <a:buSzPct val="70000"/>
              <a:buFont typeface="Wingdings" charset="2"/>
              <a:buChar char=""/>
              <a:tabLst>
                <a:tab algn="l" pos="527760"/>
                <a:tab algn="l" pos="528480"/>
              </a:tabLst>
            </a:pPr>
            <a:r>
              <a:rPr b="0" lang="en-US" sz="3000" spc="-1" strike="noStrike">
                <a:solidFill>
                  <a:srgbClr val="000000"/>
                </a:solidFill>
                <a:latin typeface="Arial"/>
                <a:ea typeface="DejaVu Sans"/>
              </a:rPr>
              <a:t>It</a:t>
            </a:r>
            <a:r>
              <a:rPr b="0" lang="en-US" sz="3000" spc="-7" strike="noStrike">
                <a:solidFill>
                  <a:srgbClr val="000000"/>
                </a:solidFill>
                <a:latin typeface="Arial"/>
                <a:ea typeface="DejaVu Sans"/>
              </a:rPr>
              <a:t> is</a:t>
            </a:r>
            <a:r>
              <a:rPr b="0" lang="en-US" sz="3000" spc="-1" strike="noStrike">
                <a:solidFill>
                  <a:srgbClr val="000000"/>
                </a:solidFill>
                <a:latin typeface="Arial"/>
                <a:ea typeface="DejaVu Sans"/>
              </a:rPr>
              <a:t> implemented</a:t>
            </a:r>
            <a:r>
              <a:rPr b="0" lang="en-US" sz="3000" spc="-32" strike="noStrike">
                <a:solidFill>
                  <a:srgbClr val="000000"/>
                </a:solidFill>
                <a:latin typeface="Arial"/>
                <a:ea typeface="DejaVu Sans"/>
              </a:rPr>
              <a:t> </a:t>
            </a:r>
            <a:r>
              <a:rPr b="0" lang="en-US" sz="3000" spc="-1" strike="noStrike">
                <a:solidFill>
                  <a:srgbClr val="000000"/>
                </a:solidFill>
                <a:latin typeface="Arial"/>
                <a:ea typeface="DejaVu Sans"/>
              </a:rPr>
              <a:t>using</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C++ </a:t>
            </a:r>
            <a:r>
              <a:rPr b="0" lang="en-US" sz="3000" spc="-7" strike="noStrike">
                <a:solidFill>
                  <a:srgbClr val="000000"/>
                </a:solidFill>
                <a:latin typeface="Arial"/>
                <a:ea typeface="DejaVu Sans"/>
              </a:rPr>
              <a:t>and</a:t>
            </a:r>
            <a:r>
              <a:rPr b="0" lang="en-US" sz="3000" spc="-15" strike="noStrike">
                <a:solidFill>
                  <a:srgbClr val="000000"/>
                </a:solidFill>
                <a:latin typeface="Arial"/>
                <a:ea typeface="DejaVu Sans"/>
              </a:rPr>
              <a:t> </a:t>
            </a:r>
            <a:r>
              <a:rPr b="0" lang="en-US" sz="3000" spc="-7" strike="noStrike">
                <a:solidFill>
                  <a:srgbClr val="000000"/>
                </a:solidFill>
                <a:latin typeface="Arial"/>
                <a:ea typeface="DejaVu Sans"/>
              </a:rPr>
              <a:t>is</a:t>
            </a:r>
            <a:r>
              <a:rPr b="0" lang="en-US" sz="3000" spc="-1" strike="noStrike">
                <a:solidFill>
                  <a:srgbClr val="000000"/>
                </a:solidFill>
                <a:latin typeface="Arial"/>
                <a:ea typeface="DejaVu Sans"/>
              </a:rPr>
              <a:t> available</a:t>
            </a:r>
            <a:r>
              <a:rPr b="0" lang="en-US" sz="3000" spc="-15" strike="noStrike">
                <a:solidFill>
                  <a:srgbClr val="000000"/>
                </a:solidFill>
                <a:latin typeface="Arial"/>
                <a:ea typeface="DejaVu Sans"/>
              </a:rPr>
              <a:t> </a:t>
            </a:r>
            <a:r>
              <a:rPr b="0" lang="en-US" sz="3000" spc="-7" strike="noStrike">
                <a:solidFill>
                  <a:srgbClr val="000000"/>
                </a:solidFill>
                <a:latin typeface="Arial"/>
                <a:ea typeface="DejaVu Sans"/>
              </a:rPr>
              <a:t>on</a:t>
            </a:r>
            <a:r>
              <a:rPr b="0" lang="en-US" sz="3000" spc="-32" strike="noStrike">
                <a:solidFill>
                  <a:srgbClr val="000000"/>
                </a:solidFill>
                <a:latin typeface="Arial"/>
                <a:ea typeface="DejaVu Sans"/>
              </a:rPr>
              <a:t> </a:t>
            </a:r>
            <a:r>
              <a:rPr b="0" lang="en-US" sz="3000" spc="-7" strike="noStrike">
                <a:solidFill>
                  <a:srgbClr val="000000"/>
                </a:solidFill>
                <a:latin typeface="Arial"/>
                <a:ea typeface="DejaVu Sans"/>
              </a:rPr>
              <a:t>a</a:t>
            </a:r>
            <a:r>
              <a:rPr b="0" lang="en-US" sz="3000" spc="-1" strike="noStrike">
                <a:solidFill>
                  <a:srgbClr val="000000"/>
                </a:solidFill>
                <a:latin typeface="Arial"/>
                <a:ea typeface="DejaVu Sans"/>
              </a:rPr>
              <a:t> wide</a:t>
            </a:r>
            <a:r>
              <a:rPr b="0" lang="en-US" sz="3000" spc="-15" strike="noStrike">
                <a:solidFill>
                  <a:srgbClr val="000000"/>
                </a:solidFill>
                <a:latin typeface="Arial"/>
                <a:ea typeface="DejaVu Sans"/>
              </a:rPr>
              <a:t> </a:t>
            </a:r>
            <a:r>
              <a:rPr b="0" lang="en-US" sz="3000" spc="-7" strike="noStrike">
                <a:solidFill>
                  <a:srgbClr val="000000"/>
                </a:solidFill>
                <a:latin typeface="Arial"/>
                <a:ea typeface="DejaVu Sans"/>
              </a:rPr>
              <a:t>number </a:t>
            </a:r>
            <a:r>
              <a:rPr b="0" lang="en-US" sz="3000" spc="-817" strike="noStrike">
                <a:solidFill>
                  <a:srgbClr val="000000"/>
                </a:solidFill>
                <a:latin typeface="Arial"/>
                <a:ea typeface="DejaVu Sans"/>
              </a:rPr>
              <a:t> </a:t>
            </a:r>
            <a:r>
              <a:rPr b="0" lang="en-US" sz="3000" spc="-1" strike="noStrike">
                <a:solidFill>
                  <a:srgbClr val="000000"/>
                </a:solidFill>
                <a:latin typeface="Arial"/>
                <a:ea typeface="DejaVu Sans"/>
              </a:rPr>
              <a:t>of </a:t>
            </a:r>
            <a:r>
              <a:rPr b="0" lang="en-US" sz="3000" spc="-7" strike="noStrike">
                <a:solidFill>
                  <a:srgbClr val="000000"/>
                </a:solidFill>
                <a:latin typeface="Arial"/>
                <a:ea typeface="DejaVu Sans"/>
              </a:rPr>
              <a:t>platforms to </a:t>
            </a:r>
            <a:r>
              <a:rPr b="0" lang="en-US" sz="3000" spc="-1" strike="noStrike">
                <a:solidFill>
                  <a:srgbClr val="000000"/>
                </a:solidFill>
                <a:latin typeface="Arial"/>
                <a:ea typeface="DejaVu Sans"/>
              </a:rPr>
              <a:t>which wxWidgets </a:t>
            </a:r>
            <a:r>
              <a:rPr b="0" lang="en-US" sz="3000" spc="-7" strike="noStrike">
                <a:solidFill>
                  <a:srgbClr val="000000"/>
                </a:solidFill>
                <a:latin typeface="Arial"/>
                <a:ea typeface="DejaVu Sans"/>
              </a:rPr>
              <a:t>defines a </a:t>
            </a:r>
            <a:r>
              <a:rPr b="0" lang="en-US" sz="3000" spc="-1" strike="noStrike">
                <a:solidFill>
                  <a:srgbClr val="000000"/>
                </a:solidFill>
                <a:latin typeface="Arial"/>
                <a:ea typeface="DejaVu Sans"/>
              </a:rPr>
              <a:t>consistent </a:t>
            </a:r>
            <a:r>
              <a:rPr b="0" lang="en-US" sz="3000" spc="-7" strike="noStrike">
                <a:solidFill>
                  <a:srgbClr val="000000"/>
                </a:solidFill>
                <a:latin typeface="Arial"/>
                <a:ea typeface="DejaVu Sans"/>
              </a:rPr>
              <a:t>and </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common </a:t>
            </a:r>
            <a:r>
              <a:rPr b="0" lang="en-US" sz="3000" spc="-1" strike="noStrike">
                <a:solidFill>
                  <a:srgbClr val="000000"/>
                </a:solidFill>
                <a:latin typeface="Arial"/>
                <a:ea typeface="DejaVu Sans"/>
              </a:rPr>
              <a:t>API. The best part of </a:t>
            </a:r>
            <a:r>
              <a:rPr b="0" lang="en-US" sz="3000" spc="-7" strike="noStrike">
                <a:solidFill>
                  <a:srgbClr val="000000"/>
                </a:solidFill>
                <a:latin typeface="Arial"/>
                <a:ea typeface="DejaVu Sans"/>
              </a:rPr>
              <a:t>all is </a:t>
            </a:r>
            <a:r>
              <a:rPr b="0" lang="en-US" sz="3000" spc="-1" strike="noStrike">
                <a:solidFill>
                  <a:srgbClr val="000000"/>
                </a:solidFill>
                <a:latin typeface="Arial"/>
                <a:ea typeface="DejaVu Sans"/>
              </a:rPr>
              <a:t>that wxWidgets </a:t>
            </a:r>
            <a:r>
              <a:rPr b="0" lang="en-US" sz="3000" spc="-7" strike="noStrike">
                <a:solidFill>
                  <a:srgbClr val="000000"/>
                </a:solidFill>
                <a:latin typeface="Arial"/>
                <a:ea typeface="DejaVu Sans"/>
              </a:rPr>
              <a:t>uses </a:t>
            </a:r>
            <a:r>
              <a:rPr b="0" lang="en-US" sz="3000" spc="-12" strike="noStrike">
                <a:solidFill>
                  <a:srgbClr val="000000"/>
                </a:solidFill>
                <a:latin typeface="Arial"/>
                <a:ea typeface="DejaVu Sans"/>
              </a:rPr>
              <a:t>the </a:t>
            </a:r>
            <a:r>
              <a:rPr b="0" lang="en-US" sz="3000" spc="-7" strike="noStrike">
                <a:solidFill>
                  <a:srgbClr val="000000"/>
                </a:solidFill>
                <a:latin typeface="Arial"/>
                <a:ea typeface="DejaVu Sans"/>
              </a:rPr>
              <a:t> native</a:t>
            </a:r>
            <a:r>
              <a:rPr b="0" lang="en-US" sz="3000" spc="-12" strike="noStrike">
                <a:solidFill>
                  <a:srgbClr val="000000"/>
                </a:solidFill>
                <a:latin typeface="Arial"/>
                <a:ea typeface="DejaVu Sans"/>
              </a:rPr>
              <a:t> </a:t>
            </a:r>
            <a:r>
              <a:rPr b="0" lang="en-US" sz="3000" spc="-1" strike="noStrike">
                <a:solidFill>
                  <a:srgbClr val="000000"/>
                </a:solidFill>
                <a:latin typeface="Arial"/>
                <a:ea typeface="DejaVu Sans"/>
              </a:rPr>
              <a:t>GUI</a:t>
            </a:r>
            <a:r>
              <a:rPr b="0" lang="en-US" sz="3000" spc="12" strike="noStrike">
                <a:solidFill>
                  <a:srgbClr val="000000"/>
                </a:solidFill>
                <a:latin typeface="Arial"/>
                <a:ea typeface="DejaVu Sans"/>
              </a:rPr>
              <a:t> </a:t>
            </a:r>
            <a:r>
              <a:rPr b="0" lang="en-US" sz="3000" spc="-7" strike="noStrike">
                <a:solidFill>
                  <a:srgbClr val="000000"/>
                </a:solidFill>
                <a:latin typeface="Arial"/>
                <a:ea typeface="DejaVu Sans"/>
              </a:rPr>
              <a:t>on</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each platform,</a:t>
            </a:r>
            <a:r>
              <a:rPr b="0" lang="en-US" sz="3000" spc="4" strike="noStrike">
                <a:solidFill>
                  <a:srgbClr val="000000"/>
                </a:solidFill>
                <a:latin typeface="Arial"/>
                <a:ea typeface="DejaVu Sans"/>
              </a:rPr>
              <a:t> </a:t>
            </a:r>
            <a:r>
              <a:rPr b="0" lang="en-US" sz="3000" spc="-7" strike="noStrike">
                <a:solidFill>
                  <a:srgbClr val="000000"/>
                </a:solidFill>
                <a:latin typeface="Arial"/>
                <a:ea typeface="DejaVu Sans"/>
              </a:rPr>
              <a:t>so</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your</a:t>
            </a:r>
            <a:r>
              <a:rPr b="0" lang="en-US" sz="3000" spc="7" strike="noStrike">
                <a:solidFill>
                  <a:srgbClr val="000000"/>
                </a:solidFill>
                <a:latin typeface="Arial"/>
                <a:ea typeface="DejaVu Sans"/>
              </a:rPr>
              <a:t> </a:t>
            </a:r>
            <a:r>
              <a:rPr b="0" lang="en-US" sz="3000" spc="-7" strike="noStrike">
                <a:solidFill>
                  <a:srgbClr val="000000"/>
                </a:solidFill>
                <a:latin typeface="Arial"/>
                <a:ea typeface="DejaVu Sans"/>
              </a:rPr>
              <a:t>program</a:t>
            </a:r>
            <a:r>
              <a:rPr b="0" lang="en-US" sz="3000" spc="-12" strike="noStrike">
                <a:solidFill>
                  <a:srgbClr val="000000"/>
                </a:solidFill>
                <a:latin typeface="Arial"/>
                <a:ea typeface="DejaVu Sans"/>
              </a:rPr>
              <a:t> </a:t>
            </a:r>
            <a:r>
              <a:rPr b="0" lang="en-US" sz="3000" spc="-1" strike="noStrike">
                <a:solidFill>
                  <a:srgbClr val="000000"/>
                </a:solidFill>
                <a:latin typeface="Arial"/>
                <a:ea typeface="DejaVu Sans"/>
              </a:rPr>
              <a:t>will</a:t>
            </a:r>
            <a:r>
              <a:rPr b="0" lang="en-US" sz="3000" spc="-21" strike="noStrike">
                <a:solidFill>
                  <a:srgbClr val="000000"/>
                </a:solidFill>
                <a:latin typeface="Arial"/>
                <a:ea typeface="DejaVu Sans"/>
              </a:rPr>
              <a:t> </a:t>
            </a:r>
            <a:r>
              <a:rPr b="0" lang="en-US" sz="3000" spc="-7" strike="noStrike">
                <a:solidFill>
                  <a:srgbClr val="000000"/>
                </a:solidFill>
                <a:latin typeface="Arial"/>
                <a:ea typeface="DejaVu Sans"/>
              </a:rPr>
              <a:t>have</a:t>
            </a:r>
            <a:r>
              <a:rPr b="0" lang="en-US" sz="3000" spc="4" strike="noStrike">
                <a:solidFill>
                  <a:srgbClr val="000000"/>
                </a:solidFill>
                <a:latin typeface="Arial"/>
                <a:ea typeface="DejaVu Sans"/>
              </a:rPr>
              <a:t> </a:t>
            </a:r>
            <a:r>
              <a:rPr b="0" lang="en-US" sz="3000" spc="-12" strike="noStrike">
                <a:solidFill>
                  <a:srgbClr val="000000"/>
                </a:solidFill>
                <a:latin typeface="Arial"/>
                <a:ea typeface="DejaVu Sans"/>
              </a:rPr>
              <a:t>the </a:t>
            </a:r>
            <a:r>
              <a:rPr b="0" lang="en-US" sz="3000" spc="-7" strike="noStrike">
                <a:solidFill>
                  <a:srgbClr val="000000"/>
                </a:solidFill>
                <a:latin typeface="Arial"/>
                <a:ea typeface="DejaVu Sans"/>
              </a:rPr>
              <a:t> same look-and-feel as all </a:t>
            </a:r>
            <a:r>
              <a:rPr b="0" lang="en-US" sz="3000" spc="-1" strike="noStrike">
                <a:solidFill>
                  <a:srgbClr val="000000"/>
                </a:solidFill>
                <a:latin typeface="Arial"/>
                <a:ea typeface="DejaVu Sans"/>
              </a:rPr>
              <a:t>the </a:t>
            </a:r>
            <a:r>
              <a:rPr b="0" lang="en-US" sz="3000" spc="-7" strike="noStrike">
                <a:solidFill>
                  <a:srgbClr val="000000"/>
                </a:solidFill>
                <a:latin typeface="Arial"/>
                <a:ea typeface="DejaVu Sans"/>
              </a:rPr>
              <a:t>other </a:t>
            </a:r>
            <a:r>
              <a:rPr b="0" lang="en-US" sz="3000" spc="-1" strike="noStrike">
                <a:solidFill>
                  <a:srgbClr val="000000"/>
                </a:solidFill>
                <a:latin typeface="Arial"/>
                <a:ea typeface="DejaVu Sans"/>
              </a:rPr>
              <a:t>applications </a:t>
            </a:r>
            <a:r>
              <a:rPr b="0" lang="en-US" sz="3000" spc="-7" strike="noStrike">
                <a:solidFill>
                  <a:srgbClr val="000000"/>
                </a:solidFill>
                <a:latin typeface="Arial"/>
                <a:ea typeface="DejaVu Sans"/>
              </a:rPr>
              <a:t>on your </a:t>
            </a:r>
            <a:r>
              <a:rPr b="0" lang="en-US" sz="3000" spc="-1" strike="noStrike">
                <a:solidFill>
                  <a:srgbClr val="000000"/>
                </a:solidFill>
                <a:latin typeface="Arial"/>
                <a:ea typeface="DejaVu Sans"/>
              </a:rPr>
              <a:t> desktop. Another </a:t>
            </a:r>
            <a:r>
              <a:rPr b="0" lang="en-US" sz="3000" spc="-7" strike="noStrike">
                <a:solidFill>
                  <a:srgbClr val="000000"/>
                </a:solidFill>
                <a:latin typeface="Arial"/>
                <a:ea typeface="DejaVu Sans"/>
              </a:rPr>
              <a:t>feature </a:t>
            </a:r>
            <a:r>
              <a:rPr b="0" lang="en-US" sz="3000" spc="-1" strike="noStrike">
                <a:solidFill>
                  <a:srgbClr val="000000"/>
                </a:solidFill>
                <a:latin typeface="Arial"/>
                <a:ea typeface="DejaVu Sans"/>
              </a:rPr>
              <a:t>is </a:t>
            </a:r>
            <a:r>
              <a:rPr b="0" lang="en-US" sz="3000" spc="-7" strike="noStrike">
                <a:solidFill>
                  <a:srgbClr val="000000"/>
                </a:solidFill>
                <a:latin typeface="Arial"/>
                <a:ea typeface="DejaVu Sans"/>
              </a:rPr>
              <a:t>that </a:t>
            </a:r>
            <a:r>
              <a:rPr b="0" lang="en-US" sz="3000" spc="-1" strike="noStrike">
                <a:solidFill>
                  <a:srgbClr val="000000"/>
                </a:solidFill>
                <a:latin typeface="Arial"/>
                <a:ea typeface="DejaVu Sans"/>
              </a:rPr>
              <a:t>you are not </a:t>
            </a:r>
            <a:r>
              <a:rPr b="0" lang="en-US" sz="3000" spc="-7" strike="noStrike">
                <a:solidFill>
                  <a:srgbClr val="000000"/>
                </a:solidFill>
                <a:latin typeface="Arial"/>
                <a:ea typeface="DejaVu Sans"/>
              </a:rPr>
              <a:t>restricted </a:t>
            </a:r>
            <a:r>
              <a:rPr b="0" lang="en-US" sz="3000" spc="-1" strike="noStrike">
                <a:solidFill>
                  <a:srgbClr val="000000"/>
                </a:solidFill>
                <a:latin typeface="Arial"/>
                <a:ea typeface="DejaVu Sans"/>
              </a:rPr>
              <a:t>to  developing </a:t>
            </a:r>
            <a:r>
              <a:rPr b="0" lang="en-US" sz="3000" spc="-7" strike="noStrike">
                <a:solidFill>
                  <a:srgbClr val="000000"/>
                </a:solidFill>
                <a:latin typeface="Arial"/>
                <a:ea typeface="DejaVu Sans"/>
              </a:rPr>
              <a:t>wxWidgets applications in </a:t>
            </a:r>
            <a:r>
              <a:rPr b="0" lang="en-US" sz="3000" spc="-1" strike="noStrike">
                <a:solidFill>
                  <a:srgbClr val="000000"/>
                </a:solidFill>
                <a:latin typeface="Arial"/>
                <a:ea typeface="DejaVu Sans"/>
              </a:rPr>
              <a:t>C++. </a:t>
            </a:r>
            <a:r>
              <a:rPr b="0" lang="en-US" sz="3000" spc="-7" strike="noStrike">
                <a:solidFill>
                  <a:srgbClr val="000000"/>
                </a:solidFill>
                <a:latin typeface="Arial"/>
                <a:ea typeface="DejaVu Sans"/>
              </a:rPr>
              <a:t>There are </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interfaces </a:t>
            </a:r>
            <a:r>
              <a:rPr b="0" lang="en-US" sz="3000" spc="-1" strike="noStrike">
                <a:solidFill>
                  <a:srgbClr val="000000"/>
                </a:solidFill>
                <a:latin typeface="Arial"/>
                <a:ea typeface="DejaVu Sans"/>
              </a:rPr>
              <a:t>to </a:t>
            </a:r>
            <a:r>
              <a:rPr b="0" lang="en-US" sz="3000" spc="-7" strike="noStrike">
                <a:solidFill>
                  <a:srgbClr val="000000"/>
                </a:solidFill>
                <a:latin typeface="Arial"/>
                <a:ea typeface="DejaVu Sans"/>
              </a:rPr>
              <a:t>both</a:t>
            </a:r>
            <a:r>
              <a:rPr b="0" lang="en-US" sz="3000" spc="-1" strike="noStrike">
                <a:solidFill>
                  <a:srgbClr val="000000"/>
                </a:solidFill>
                <a:latin typeface="Arial"/>
                <a:ea typeface="DejaVu Sans"/>
              </a:rPr>
              <a:t> Python </a:t>
            </a:r>
            <a:r>
              <a:rPr b="0" lang="en-US" sz="3000" spc="-7" strike="noStrike">
                <a:solidFill>
                  <a:srgbClr val="000000"/>
                </a:solidFill>
                <a:latin typeface="Arial"/>
                <a:ea typeface="DejaVu Sans"/>
              </a:rPr>
              <a:t>and</a:t>
            </a:r>
            <a:r>
              <a:rPr b="0" lang="en-US" sz="3000" spc="-1" strike="noStrike">
                <a:solidFill>
                  <a:srgbClr val="000000"/>
                </a:solidFill>
                <a:latin typeface="Arial"/>
                <a:ea typeface="DejaVu Sans"/>
              </a:rPr>
              <a:t> Perl.</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CustomShape 1"/>
          <p:cNvSpPr/>
          <p:nvPr/>
        </p:nvSpPr>
        <p:spPr>
          <a:xfrm>
            <a:off x="609840" y="411480"/>
            <a:ext cx="417096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1" strike="noStrike">
                <a:solidFill>
                  <a:srgbClr val="330066"/>
                </a:solidFill>
                <a:latin typeface="Arial"/>
                <a:ea typeface="DejaVu Sans"/>
              </a:rPr>
              <a:t>GTK+</a:t>
            </a:r>
            <a:r>
              <a:rPr b="1" lang="en-US" sz="3900" spc="-41" strike="noStrike">
                <a:solidFill>
                  <a:srgbClr val="330066"/>
                </a:solidFill>
                <a:latin typeface="Arial"/>
                <a:ea typeface="DejaVu Sans"/>
              </a:rPr>
              <a:t> </a:t>
            </a:r>
            <a:r>
              <a:rPr b="1" lang="en-US" sz="3900" spc="-1" strike="noStrike">
                <a:solidFill>
                  <a:srgbClr val="330066"/>
                </a:solidFill>
                <a:latin typeface="Arial"/>
                <a:ea typeface="DejaVu Sans"/>
              </a:rPr>
              <a:t>and</a:t>
            </a:r>
            <a:r>
              <a:rPr b="1" lang="en-US" sz="3900" spc="-35" strike="noStrike">
                <a:solidFill>
                  <a:srgbClr val="330066"/>
                </a:solidFill>
                <a:latin typeface="Arial"/>
                <a:ea typeface="DejaVu Sans"/>
              </a:rPr>
              <a:t> </a:t>
            </a:r>
            <a:r>
              <a:rPr b="1" lang="en-US" sz="3900" spc="-1" strike="noStrike">
                <a:solidFill>
                  <a:srgbClr val="330066"/>
                </a:solidFill>
                <a:latin typeface="Arial"/>
                <a:ea typeface="DejaVu Sans"/>
              </a:rPr>
              <a:t>PyGTK</a:t>
            </a:r>
            <a:endParaRPr b="0" lang="en-US" sz="3900" spc="-1" strike="noStrike">
              <a:latin typeface="Arial"/>
            </a:endParaRPr>
          </a:p>
        </p:txBody>
      </p:sp>
      <p:sp>
        <p:nvSpPr>
          <p:cNvPr id="599"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121B5209-8289-4D25-966A-F86FFC128EDD}" type="slidenum">
              <a:rPr b="0" lang="en-US" sz="1000" spc="-7" strike="noStrike">
                <a:solidFill>
                  <a:srgbClr val="000000"/>
                </a:solidFill>
                <a:latin typeface="Arial"/>
                <a:ea typeface="DejaVu Sans"/>
              </a:rPr>
              <a:t>&lt;number&gt;</a:t>
            </a:fld>
            <a:endParaRPr b="0" lang="en-US" sz="1000" spc="-1" strike="noStrike">
              <a:latin typeface="Arial"/>
            </a:endParaRPr>
          </a:p>
        </p:txBody>
      </p:sp>
      <p:sp>
        <p:nvSpPr>
          <p:cNvPr id="600" name="CustomShape 3"/>
          <p:cNvSpPr/>
          <p:nvPr/>
        </p:nvSpPr>
        <p:spPr>
          <a:xfrm>
            <a:off x="688320" y="1379880"/>
            <a:ext cx="10551960" cy="2296440"/>
          </a:xfrm>
          <a:prstGeom prst="rect">
            <a:avLst/>
          </a:prstGeom>
          <a:noFill/>
          <a:ln>
            <a:noFill/>
          </a:ln>
        </p:spPr>
        <p:style>
          <a:lnRef idx="0"/>
          <a:fillRef idx="0"/>
          <a:effectRef idx="0"/>
          <a:fontRef idx="minor"/>
        </p:style>
        <p:txBody>
          <a:bodyPr lIns="0" rIns="0" tIns="12600" bIns="0">
            <a:spAutoFit/>
          </a:bodyPr>
          <a:p>
            <a:pPr marL="355680" indent="-342000">
              <a:lnSpc>
                <a:spcPct val="100000"/>
              </a:lnSpc>
              <a:spcBef>
                <a:spcPts val="99"/>
              </a:spcBef>
              <a:buClr>
                <a:srgbClr val="330066"/>
              </a:buClr>
              <a:buSzPct val="70000"/>
              <a:buFont typeface="Wingdings" charset="2"/>
              <a:buChar char=""/>
              <a:tabLst>
                <a:tab algn="l" pos="354960"/>
                <a:tab algn="l" pos="355680"/>
              </a:tabLst>
            </a:pPr>
            <a:r>
              <a:rPr b="0" lang="en-US" sz="3000" spc="-1" strike="noStrike">
                <a:solidFill>
                  <a:srgbClr val="000000"/>
                </a:solidFill>
                <a:latin typeface="Arial"/>
                <a:ea typeface="DejaVu Sans"/>
              </a:rPr>
              <a:t>Finally, </a:t>
            </a:r>
            <a:r>
              <a:rPr b="0" lang="en-US" sz="3000" spc="-7" strike="noStrike">
                <a:solidFill>
                  <a:srgbClr val="000000"/>
                </a:solidFill>
                <a:latin typeface="Arial"/>
                <a:ea typeface="DejaVu Sans"/>
              </a:rPr>
              <a:t>we have </a:t>
            </a:r>
            <a:r>
              <a:rPr b="0" lang="en-US" sz="3000" spc="-1" strike="noStrike">
                <a:solidFill>
                  <a:srgbClr val="000000"/>
                </a:solidFill>
                <a:latin typeface="Arial"/>
                <a:ea typeface="DejaVu Sans"/>
              </a:rPr>
              <a:t>the PyGTK version, which </a:t>
            </a:r>
            <a:r>
              <a:rPr b="0" lang="en-US" sz="3000" spc="-7" strike="noStrike">
                <a:solidFill>
                  <a:srgbClr val="000000"/>
                </a:solidFill>
                <a:latin typeface="Arial"/>
                <a:ea typeface="DejaVu Sans"/>
              </a:rPr>
              <a:t>is </a:t>
            </a:r>
            <a:r>
              <a:rPr b="0" lang="en-US" sz="3000" spc="-1" strike="noStrike">
                <a:solidFill>
                  <a:srgbClr val="000000"/>
                </a:solidFill>
                <a:latin typeface="Arial"/>
                <a:ea typeface="DejaVu Sans"/>
              </a:rPr>
              <a:t>quite similar to </a:t>
            </a:r>
            <a:r>
              <a:rPr b="0" lang="en-US" sz="3000" spc="-820" strike="noStrike">
                <a:solidFill>
                  <a:srgbClr val="000000"/>
                </a:solidFill>
                <a:latin typeface="Arial"/>
                <a:ea typeface="DejaVu Sans"/>
              </a:rPr>
              <a:t> </a:t>
            </a:r>
            <a:r>
              <a:rPr b="0" lang="en-US" sz="3000" spc="-1" strike="noStrike">
                <a:solidFill>
                  <a:srgbClr val="000000"/>
                </a:solidFill>
                <a:latin typeface="Arial"/>
                <a:ea typeface="DejaVu Sans"/>
              </a:rPr>
              <a:t>the wxPython</a:t>
            </a:r>
            <a:r>
              <a:rPr b="0" lang="en-US" sz="3000" spc="-26" strike="noStrike">
                <a:solidFill>
                  <a:srgbClr val="000000"/>
                </a:solidFill>
                <a:latin typeface="Arial"/>
                <a:ea typeface="DejaVu Sans"/>
              </a:rPr>
              <a:t> </a:t>
            </a:r>
            <a:r>
              <a:rPr b="0" lang="en-US" sz="3000" spc="-1" strike="noStrike">
                <a:solidFill>
                  <a:srgbClr val="000000"/>
                </a:solidFill>
                <a:latin typeface="Arial"/>
                <a:ea typeface="DejaVu Sans"/>
              </a:rPr>
              <a:t>GUI The biggest</a:t>
            </a:r>
            <a:r>
              <a:rPr b="0" lang="en-US" sz="3000" spc="-21" strike="noStrike">
                <a:solidFill>
                  <a:srgbClr val="000000"/>
                </a:solidFill>
                <a:latin typeface="Arial"/>
                <a:ea typeface="DejaVu Sans"/>
              </a:rPr>
              <a:t> </a:t>
            </a:r>
            <a:r>
              <a:rPr b="0" lang="en-US" sz="3000" spc="-7" strike="noStrike">
                <a:solidFill>
                  <a:srgbClr val="000000"/>
                </a:solidFill>
                <a:latin typeface="Arial"/>
                <a:ea typeface="DejaVu Sans"/>
              </a:rPr>
              <a:t>difference</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is</a:t>
            </a:r>
            <a:r>
              <a:rPr b="0" lang="en-US" sz="3000" spc="-1" strike="noStrike">
                <a:solidFill>
                  <a:srgbClr val="000000"/>
                </a:solidFill>
                <a:latin typeface="Arial"/>
                <a:ea typeface="DejaVu Sans"/>
              </a:rPr>
              <a:t> that we </a:t>
            </a:r>
            <a:r>
              <a:rPr b="0" lang="en-US" sz="3000" spc="-7" strike="noStrike">
                <a:solidFill>
                  <a:srgbClr val="000000"/>
                </a:solidFill>
                <a:latin typeface="Arial"/>
                <a:ea typeface="DejaVu Sans"/>
              </a:rPr>
              <a:t>use</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only </a:t>
            </a:r>
            <a:r>
              <a:rPr b="0" lang="en-US" sz="3000" spc="-820" strike="noStrike">
                <a:solidFill>
                  <a:srgbClr val="000000"/>
                </a:solidFill>
                <a:latin typeface="Arial"/>
                <a:ea typeface="DejaVu Sans"/>
              </a:rPr>
              <a:t> </a:t>
            </a:r>
            <a:r>
              <a:rPr b="0" lang="en-US" sz="3000" spc="-7" strike="noStrike">
                <a:solidFill>
                  <a:srgbClr val="000000"/>
                </a:solidFill>
                <a:latin typeface="Arial"/>
                <a:ea typeface="DejaVu Sans"/>
              </a:rPr>
              <a:t>one </a:t>
            </a:r>
            <a:r>
              <a:rPr b="0" lang="en-US" sz="3000" spc="-1" strike="noStrike">
                <a:solidFill>
                  <a:srgbClr val="000000"/>
                </a:solidFill>
                <a:latin typeface="Arial"/>
                <a:ea typeface="DejaVu Sans"/>
              </a:rPr>
              <a:t>class, and it seems </a:t>
            </a:r>
            <a:r>
              <a:rPr b="0" lang="en-US" sz="3000" spc="-7" strike="noStrike">
                <a:solidFill>
                  <a:srgbClr val="000000"/>
                </a:solidFill>
                <a:latin typeface="Arial"/>
                <a:ea typeface="DejaVu Sans"/>
              </a:rPr>
              <a:t>more </a:t>
            </a:r>
            <a:r>
              <a:rPr b="0" lang="en-US" sz="3000" spc="-1" strike="noStrike">
                <a:solidFill>
                  <a:srgbClr val="000000"/>
                </a:solidFill>
                <a:latin typeface="Arial"/>
                <a:ea typeface="DejaVu Sans"/>
              </a:rPr>
              <a:t>tedious to set the </a:t>
            </a:r>
            <a:r>
              <a:rPr b="0" lang="en-US" sz="3000" spc="-7" strike="noStrike">
                <a:solidFill>
                  <a:srgbClr val="000000"/>
                </a:solidFill>
                <a:latin typeface="Arial"/>
                <a:ea typeface="DejaVu Sans"/>
              </a:rPr>
              <a:t>foreground </a:t>
            </a:r>
            <a:r>
              <a:rPr b="0" lang="en-US" sz="3000" spc="-1" strike="noStrike">
                <a:solidFill>
                  <a:srgbClr val="000000"/>
                </a:solidFill>
                <a:latin typeface="Arial"/>
                <a:ea typeface="DejaVu Sans"/>
              </a:rPr>
              <a:t> </a:t>
            </a:r>
            <a:r>
              <a:rPr b="0" lang="en-US" sz="3000" spc="-7" strike="noStrike">
                <a:solidFill>
                  <a:srgbClr val="000000"/>
                </a:solidFill>
                <a:latin typeface="Arial"/>
                <a:ea typeface="DejaVu Sans"/>
              </a:rPr>
              <a:t>and</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background</a:t>
            </a:r>
            <a:r>
              <a:rPr b="0" lang="en-US" sz="3000" spc="-32" strike="noStrike">
                <a:solidFill>
                  <a:srgbClr val="000000"/>
                </a:solidFill>
                <a:latin typeface="Arial"/>
                <a:ea typeface="DejaVu Sans"/>
              </a:rPr>
              <a:t> </a:t>
            </a:r>
            <a:r>
              <a:rPr b="0" lang="en-US" sz="3000" spc="-1" strike="noStrike">
                <a:solidFill>
                  <a:srgbClr val="000000"/>
                </a:solidFill>
                <a:latin typeface="Arial"/>
                <a:ea typeface="DejaVu Sans"/>
              </a:rPr>
              <a:t>colors</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of</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objects,</a:t>
            </a:r>
            <a:r>
              <a:rPr b="0" lang="en-US" sz="3000" spc="-21" strike="noStrike">
                <a:solidFill>
                  <a:srgbClr val="000000"/>
                </a:solidFill>
                <a:latin typeface="Arial"/>
                <a:ea typeface="DejaVu Sans"/>
              </a:rPr>
              <a:t> </a:t>
            </a:r>
            <a:r>
              <a:rPr b="0" lang="en-US" sz="3000" spc="-1" strike="noStrike">
                <a:solidFill>
                  <a:srgbClr val="000000"/>
                </a:solidFill>
                <a:latin typeface="Arial"/>
                <a:ea typeface="DejaVu Sans"/>
              </a:rPr>
              <a:t>buttons</a:t>
            </a:r>
            <a:r>
              <a:rPr b="0" lang="en-US" sz="3000" spc="-7" strike="noStrike">
                <a:solidFill>
                  <a:srgbClr val="000000"/>
                </a:solidFill>
                <a:latin typeface="Arial"/>
                <a:ea typeface="DejaVu Sans"/>
              </a:rPr>
              <a:t> </a:t>
            </a:r>
            <a:r>
              <a:rPr b="0" lang="en-US" sz="3000" spc="-1" strike="noStrike">
                <a:solidFill>
                  <a:srgbClr val="000000"/>
                </a:solidFill>
                <a:latin typeface="Arial"/>
                <a:ea typeface="DejaVu Sans"/>
              </a:rPr>
              <a:t>in</a:t>
            </a:r>
            <a:r>
              <a:rPr b="0" lang="en-US" sz="3000" spc="-15" strike="noStrike">
                <a:solidFill>
                  <a:srgbClr val="000000"/>
                </a:solidFill>
                <a:latin typeface="Arial"/>
                <a:ea typeface="DejaVu Sans"/>
              </a:rPr>
              <a:t> </a:t>
            </a:r>
            <a:r>
              <a:rPr b="0" lang="en-US" sz="3000" spc="-1" strike="noStrike">
                <a:solidFill>
                  <a:srgbClr val="000000"/>
                </a:solidFill>
                <a:latin typeface="Arial"/>
                <a:ea typeface="DejaVu Sans"/>
              </a:rPr>
              <a:t>particular.</a:t>
            </a:r>
            <a:endParaRPr b="0" lang="en-US" sz="3000" spc="-1" strike="noStrike">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CustomShape 1"/>
          <p:cNvSpPr/>
          <p:nvPr/>
        </p:nvSpPr>
        <p:spPr>
          <a:xfrm>
            <a:off x="609840" y="411480"/>
            <a:ext cx="774036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3900" spc="-7" strike="noStrike">
                <a:solidFill>
                  <a:srgbClr val="330066"/>
                </a:solidFill>
                <a:latin typeface="Arial"/>
                <a:ea typeface="DejaVu Sans"/>
              </a:rPr>
              <a:t>Related</a:t>
            </a:r>
            <a:r>
              <a:rPr b="1" lang="en-US" sz="3900" spc="-1" strike="noStrike">
                <a:solidFill>
                  <a:srgbClr val="330066"/>
                </a:solidFill>
                <a:latin typeface="Arial"/>
                <a:ea typeface="DejaVu Sans"/>
              </a:rPr>
              <a:t> Modules and</a:t>
            </a:r>
            <a:r>
              <a:rPr b="1" lang="en-US" sz="3900" spc="-7" strike="noStrike">
                <a:solidFill>
                  <a:srgbClr val="330066"/>
                </a:solidFill>
                <a:latin typeface="Arial"/>
                <a:ea typeface="DejaVu Sans"/>
              </a:rPr>
              <a:t> </a:t>
            </a:r>
            <a:r>
              <a:rPr b="1" lang="en-US" sz="3900" spc="-1" strike="noStrike">
                <a:solidFill>
                  <a:srgbClr val="330066"/>
                </a:solidFill>
                <a:latin typeface="Arial"/>
                <a:ea typeface="DejaVu Sans"/>
              </a:rPr>
              <a:t>Other</a:t>
            </a:r>
            <a:r>
              <a:rPr b="1" lang="en-US" sz="3900" spc="-12" strike="noStrike">
                <a:solidFill>
                  <a:srgbClr val="330066"/>
                </a:solidFill>
                <a:latin typeface="Arial"/>
                <a:ea typeface="DejaVu Sans"/>
              </a:rPr>
              <a:t> </a:t>
            </a:r>
            <a:r>
              <a:rPr b="1" lang="en-US" sz="3900" spc="-1" strike="noStrike">
                <a:solidFill>
                  <a:srgbClr val="330066"/>
                </a:solidFill>
                <a:latin typeface="Arial"/>
                <a:ea typeface="DejaVu Sans"/>
              </a:rPr>
              <a:t>GUIs</a:t>
            </a:r>
            <a:endParaRPr b="0" lang="en-US" sz="3900" spc="-1" strike="noStrike">
              <a:latin typeface="Arial"/>
            </a:endParaRPr>
          </a:p>
        </p:txBody>
      </p:sp>
      <p:pic>
        <p:nvPicPr>
          <p:cNvPr id="602" name="object 3" descr=""/>
          <p:cNvPicPr/>
          <p:nvPr/>
        </p:nvPicPr>
        <p:blipFill>
          <a:blip r:embed="rId1"/>
          <a:stretch/>
        </p:blipFill>
        <p:spPr>
          <a:xfrm>
            <a:off x="552600" y="1507680"/>
            <a:ext cx="8994240" cy="3432240"/>
          </a:xfrm>
          <a:prstGeom prst="rect">
            <a:avLst/>
          </a:prstGeom>
          <a:ln>
            <a:noFill/>
          </a:ln>
        </p:spPr>
      </p:pic>
      <p:sp>
        <p:nvSpPr>
          <p:cNvPr id="603" name="CustomShape 2"/>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87DFB382-339C-45A5-8494-F1AC315EED9C}"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4" name="object 2" descr=""/>
          <p:cNvPicPr/>
          <p:nvPr/>
        </p:nvPicPr>
        <p:blipFill>
          <a:blip r:embed="rId1"/>
          <a:stretch/>
        </p:blipFill>
        <p:spPr>
          <a:xfrm>
            <a:off x="535320" y="335160"/>
            <a:ext cx="9428760" cy="5555880"/>
          </a:xfrm>
          <a:prstGeom prst="rect">
            <a:avLst/>
          </a:prstGeom>
          <a:ln>
            <a:noFill/>
          </a:ln>
        </p:spPr>
      </p:pic>
      <p:sp>
        <p:nvSpPr>
          <p:cNvPr id="605"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C22E623E-7ED3-4094-AA8B-8BDEC78B93FC}"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6" name="object 2" descr=""/>
          <p:cNvPicPr/>
          <p:nvPr/>
        </p:nvPicPr>
        <p:blipFill>
          <a:blip r:embed="rId1"/>
          <a:stretch/>
        </p:blipFill>
        <p:spPr>
          <a:xfrm>
            <a:off x="609480" y="451440"/>
            <a:ext cx="8729280" cy="5430960"/>
          </a:xfrm>
          <a:prstGeom prst="rect">
            <a:avLst/>
          </a:prstGeom>
          <a:ln>
            <a:noFill/>
          </a:ln>
        </p:spPr>
      </p:pic>
      <p:sp>
        <p:nvSpPr>
          <p:cNvPr id="607" name="CustomShape 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7D7EFDDB-20B5-4641-90B4-3E061D07EB20}"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CustomShape 1"/>
          <p:cNvSpPr/>
          <p:nvPr/>
        </p:nvSpPr>
        <p:spPr>
          <a:xfrm>
            <a:off x="9753480" y="1066680"/>
            <a:ext cx="360" cy="4494600"/>
          </a:xfrm>
          <a:custGeom>
            <a:avLst/>
            <a:gdLst/>
            <a:ahLst/>
            <a:rect l="l" t="t" r="r" b="b"/>
            <a:pathLst>
              <a:path w="0" h="4495800">
                <a:moveTo>
                  <a:pt x="0" y="0"/>
                </a:moveTo>
                <a:lnTo>
                  <a:pt x="0" y="4495800"/>
                </a:lnTo>
              </a:path>
            </a:pathLst>
          </a:custGeom>
          <a:noFill/>
          <a:ln w="9360">
            <a:solidFill>
              <a:srgbClr val="000000"/>
            </a:solidFill>
            <a:round/>
          </a:ln>
        </p:spPr>
        <p:style>
          <a:lnRef idx="0"/>
          <a:fillRef idx="0"/>
          <a:effectRef idx="0"/>
          <a:fontRef idx="minor"/>
        </p:style>
      </p:sp>
      <p:sp>
        <p:nvSpPr>
          <p:cNvPr id="609" name="CustomShape 2"/>
          <p:cNvSpPr/>
          <p:nvPr/>
        </p:nvSpPr>
        <p:spPr>
          <a:xfrm>
            <a:off x="9991440" y="2993040"/>
            <a:ext cx="267480" cy="200160"/>
          </a:xfrm>
          <a:custGeom>
            <a:avLst/>
            <a:gdLst/>
            <a:ahLst/>
            <a:rect l="l" t="t" r="r" b="b"/>
            <a:pathLst>
              <a:path w="268604" h="201294">
                <a:moveTo>
                  <a:pt x="134111" y="0"/>
                </a:moveTo>
                <a:lnTo>
                  <a:pt x="81920" y="7911"/>
                </a:lnTo>
                <a:lnTo>
                  <a:pt x="39290" y="29479"/>
                </a:lnTo>
                <a:lnTo>
                  <a:pt x="10542" y="61454"/>
                </a:lnTo>
                <a:lnTo>
                  <a:pt x="0" y="100584"/>
                </a:lnTo>
                <a:lnTo>
                  <a:pt x="10542" y="139713"/>
                </a:lnTo>
                <a:lnTo>
                  <a:pt x="39290" y="171688"/>
                </a:lnTo>
                <a:lnTo>
                  <a:pt x="81920" y="193256"/>
                </a:lnTo>
                <a:lnTo>
                  <a:pt x="134111" y="201167"/>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330066"/>
          </a:solidFill>
          <a:ln>
            <a:noFill/>
          </a:ln>
        </p:spPr>
        <p:style>
          <a:lnRef idx="0"/>
          <a:fillRef idx="0"/>
          <a:effectRef idx="0"/>
          <a:fontRef idx="minor"/>
        </p:style>
      </p:sp>
      <p:sp>
        <p:nvSpPr>
          <p:cNvPr id="610" name="CustomShape 3"/>
          <p:cNvSpPr/>
          <p:nvPr/>
        </p:nvSpPr>
        <p:spPr>
          <a:xfrm>
            <a:off x="10369440" y="2993040"/>
            <a:ext cx="268920" cy="200160"/>
          </a:xfrm>
          <a:custGeom>
            <a:avLst/>
            <a:gdLst/>
            <a:ahLst/>
            <a:rect l="l" t="t" r="r" b="b"/>
            <a:pathLst>
              <a:path w="269875" h="201294">
                <a:moveTo>
                  <a:pt x="134874" y="0"/>
                </a:moveTo>
                <a:lnTo>
                  <a:pt x="82349" y="7911"/>
                </a:lnTo>
                <a:lnTo>
                  <a:pt x="39481" y="29479"/>
                </a:lnTo>
                <a:lnTo>
                  <a:pt x="10590" y="61454"/>
                </a:lnTo>
                <a:lnTo>
                  <a:pt x="0" y="100584"/>
                </a:lnTo>
                <a:lnTo>
                  <a:pt x="10590" y="139713"/>
                </a:lnTo>
                <a:lnTo>
                  <a:pt x="39481" y="171688"/>
                </a:lnTo>
                <a:lnTo>
                  <a:pt x="82349" y="193256"/>
                </a:lnTo>
                <a:lnTo>
                  <a:pt x="134874" y="201167"/>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330066"/>
          </a:solidFill>
          <a:ln>
            <a:noFill/>
          </a:ln>
        </p:spPr>
        <p:style>
          <a:lnRef idx="0"/>
          <a:fillRef idx="0"/>
          <a:effectRef idx="0"/>
          <a:fontRef idx="minor"/>
        </p:style>
      </p:sp>
      <p:sp>
        <p:nvSpPr>
          <p:cNvPr id="611" name="CustomShape 4"/>
          <p:cNvSpPr/>
          <p:nvPr/>
        </p:nvSpPr>
        <p:spPr>
          <a:xfrm>
            <a:off x="10748880" y="2993040"/>
            <a:ext cx="267480" cy="200160"/>
          </a:xfrm>
          <a:custGeom>
            <a:avLst/>
            <a:gdLst/>
            <a:ahLst/>
            <a:rect l="l" t="t" r="r" b="b"/>
            <a:pathLst>
              <a:path w="268604" h="201294">
                <a:moveTo>
                  <a:pt x="134111" y="0"/>
                </a:moveTo>
                <a:lnTo>
                  <a:pt x="81920" y="7911"/>
                </a:lnTo>
                <a:lnTo>
                  <a:pt x="39290" y="29479"/>
                </a:lnTo>
                <a:lnTo>
                  <a:pt x="10542" y="61454"/>
                </a:lnTo>
                <a:lnTo>
                  <a:pt x="0" y="100584"/>
                </a:lnTo>
                <a:lnTo>
                  <a:pt x="10542" y="139713"/>
                </a:lnTo>
                <a:lnTo>
                  <a:pt x="39290" y="171688"/>
                </a:lnTo>
                <a:lnTo>
                  <a:pt x="81920" y="193256"/>
                </a:lnTo>
                <a:lnTo>
                  <a:pt x="134111" y="201167"/>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330066"/>
          </a:solidFill>
          <a:ln>
            <a:noFill/>
          </a:ln>
        </p:spPr>
        <p:style>
          <a:lnRef idx="0"/>
          <a:fillRef idx="0"/>
          <a:effectRef idx="0"/>
          <a:fontRef idx="minor"/>
        </p:style>
      </p:sp>
      <p:sp>
        <p:nvSpPr>
          <p:cNvPr id="612" name="CustomShape 5"/>
          <p:cNvSpPr/>
          <p:nvPr/>
        </p:nvSpPr>
        <p:spPr>
          <a:xfrm>
            <a:off x="9991440" y="3276720"/>
            <a:ext cx="267480" cy="200160"/>
          </a:xfrm>
          <a:custGeom>
            <a:avLst/>
            <a:gdLst/>
            <a:ahLst/>
            <a:rect l="l" t="t" r="r" b="b"/>
            <a:pathLst>
              <a:path w="268604" h="201295">
                <a:moveTo>
                  <a:pt x="134111" y="0"/>
                </a:moveTo>
                <a:lnTo>
                  <a:pt x="81920" y="7911"/>
                </a:lnTo>
                <a:lnTo>
                  <a:pt x="39290" y="29479"/>
                </a:lnTo>
                <a:lnTo>
                  <a:pt x="10542" y="61454"/>
                </a:lnTo>
                <a:lnTo>
                  <a:pt x="0" y="100584"/>
                </a:lnTo>
                <a:lnTo>
                  <a:pt x="10542" y="139713"/>
                </a:lnTo>
                <a:lnTo>
                  <a:pt x="39290" y="171688"/>
                </a:lnTo>
                <a:lnTo>
                  <a:pt x="81920" y="193256"/>
                </a:lnTo>
                <a:lnTo>
                  <a:pt x="134111" y="201167"/>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330066"/>
          </a:solidFill>
          <a:ln>
            <a:noFill/>
          </a:ln>
        </p:spPr>
        <p:style>
          <a:lnRef idx="0"/>
          <a:fillRef idx="0"/>
          <a:effectRef idx="0"/>
          <a:fontRef idx="minor"/>
        </p:style>
      </p:sp>
      <p:sp>
        <p:nvSpPr>
          <p:cNvPr id="613" name="CustomShape 6"/>
          <p:cNvSpPr/>
          <p:nvPr/>
        </p:nvSpPr>
        <p:spPr>
          <a:xfrm>
            <a:off x="10369440" y="327672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7"/>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330066"/>
          </a:solidFill>
          <a:ln>
            <a:noFill/>
          </a:ln>
        </p:spPr>
        <p:style>
          <a:lnRef idx="0"/>
          <a:fillRef idx="0"/>
          <a:effectRef idx="0"/>
          <a:fontRef idx="minor"/>
        </p:style>
      </p:sp>
      <p:sp>
        <p:nvSpPr>
          <p:cNvPr id="614" name="CustomShape 7"/>
          <p:cNvSpPr/>
          <p:nvPr/>
        </p:nvSpPr>
        <p:spPr>
          <a:xfrm>
            <a:off x="10748880" y="3276720"/>
            <a:ext cx="267480" cy="200160"/>
          </a:xfrm>
          <a:custGeom>
            <a:avLst/>
            <a:gdLst/>
            <a:ahLst/>
            <a:rect l="l" t="t" r="r" b="b"/>
            <a:pathLst>
              <a:path w="268604" h="201295">
                <a:moveTo>
                  <a:pt x="134111" y="0"/>
                </a:moveTo>
                <a:lnTo>
                  <a:pt x="81920" y="7911"/>
                </a:lnTo>
                <a:lnTo>
                  <a:pt x="39290" y="29479"/>
                </a:lnTo>
                <a:lnTo>
                  <a:pt x="10542" y="61454"/>
                </a:lnTo>
                <a:lnTo>
                  <a:pt x="0" y="100584"/>
                </a:lnTo>
                <a:lnTo>
                  <a:pt x="10542" y="139713"/>
                </a:lnTo>
                <a:lnTo>
                  <a:pt x="39290" y="171688"/>
                </a:lnTo>
                <a:lnTo>
                  <a:pt x="81920" y="193256"/>
                </a:lnTo>
                <a:lnTo>
                  <a:pt x="134111" y="201167"/>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330066"/>
          </a:solidFill>
          <a:ln>
            <a:noFill/>
          </a:ln>
        </p:spPr>
        <p:style>
          <a:lnRef idx="0"/>
          <a:fillRef idx="0"/>
          <a:effectRef idx="0"/>
          <a:fontRef idx="minor"/>
        </p:style>
      </p:sp>
      <p:sp>
        <p:nvSpPr>
          <p:cNvPr id="615" name="CustomShape 8"/>
          <p:cNvSpPr/>
          <p:nvPr/>
        </p:nvSpPr>
        <p:spPr>
          <a:xfrm>
            <a:off x="11126880" y="327672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7"/>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669999"/>
          </a:solidFill>
          <a:ln>
            <a:noFill/>
          </a:ln>
        </p:spPr>
        <p:style>
          <a:lnRef idx="0"/>
          <a:fillRef idx="0"/>
          <a:effectRef idx="0"/>
          <a:fontRef idx="minor"/>
        </p:style>
      </p:sp>
      <p:sp>
        <p:nvSpPr>
          <p:cNvPr id="616" name="CustomShape 9"/>
          <p:cNvSpPr/>
          <p:nvPr/>
        </p:nvSpPr>
        <p:spPr>
          <a:xfrm>
            <a:off x="9991440" y="3560040"/>
            <a:ext cx="267480" cy="201960"/>
          </a:xfrm>
          <a:custGeom>
            <a:avLst/>
            <a:gdLst/>
            <a:ahLst/>
            <a:rect l="l" t="t" r="r" b="b"/>
            <a:pathLst>
              <a:path w="268604" h="203200">
                <a:moveTo>
                  <a:pt x="134111" y="0"/>
                </a:moveTo>
                <a:lnTo>
                  <a:pt x="81920" y="7959"/>
                </a:lnTo>
                <a:lnTo>
                  <a:pt x="39290" y="29670"/>
                </a:lnTo>
                <a:lnTo>
                  <a:pt x="10542" y="61882"/>
                </a:lnTo>
                <a:lnTo>
                  <a:pt x="0" y="101346"/>
                </a:lnTo>
                <a:lnTo>
                  <a:pt x="10542" y="140809"/>
                </a:lnTo>
                <a:lnTo>
                  <a:pt x="39290" y="173021"/>
                </a:lnTo>
                <a:lnTo>
                  <a:pt x="81920" y="194732"/>
                </a:lnTo>
                <a:lnTo>
                  <a:pt x="134111" y="202692"/>
                </a:lnTo>
                <a:lnTo>
                  <a:pt x="186303" y="194732"/>
                </a:lnTo>
                <a:lnTo>
                  <a:pt x="228933" y="173021"/>
                </a:lnTo>
                <a:lnTo>
                  <a:pt x="257681" y="140809"/>
                </a:lnTo>
                <a:lnTo>
                  <a:pt x="268224" y="101346"/>
                </a:lnTo>
                <a:lnTo>
                  <a:pt x="257681" y="61882"/>
                </a:lnTo>
                <a:lnTo>
                  <a:pt x="228933" y="29670"/>
                </a:lnTo>
                <a:lnTo>
                  <a:pt x="186303" y="7959"/>
                </a:lnTo>
                <a:lnTo>
                  <a:pt x="134111" y="0"/>
                </a:lnTo>
                <a:close/>
              </a:path>
            </a:pathLst>
          </a:custGeom>
          <a:solidFill>
            <a:srgbClr val="330066"/>
          </a:solidFill>
          <a:ln>
            <a:noFill/>
          </a:ln>
        </p:spPr>
        <p:style>
          <a:lnRef idx="0"/>
          <a:fillRef idx="0"/>
          <a:effectRef idx="0"/>
          <a:fontRef idx="minor"/>
        </p:style>
      </p:sp>
      <p:sp>
        <p:nvSpPr>
          <p:cNvPr id="617" name="CustomShape 10"/>
          <p:cNvSpPr/>
          <p:nvPr/>
        </p:nvSpPr>
        <p:spPr>
          <a:xfrm>
            <a:off x="10369440" y="3560040"/>
            <a:ext cx="268920" cy="201960"/>
          </a:xfrm>
          <a:custGeom>
            <a:avLst/>
            <a:gdLst/>
            <a:ahLst/>
            <a:rect l="l" t="t" r="r" b="b"/>
            <a:pathLst>
              <a:path w="269875" h="203200">
                <a:moveTo>
                  <a:pt x="134874" y="0"/>
                </a:moveTo>
                <a:lnTo>
                  <a:pt x="82349" y="7959"/>
                </a:lnTo>
                <a:lnTo>
                  <a:pt x="39481" y="29670"/>
                </a:lnTo>
                <a:lnTo>
                  <a:pt x="10590" y="61882"/>
                </a:lnTo>
                <a:lnTo>
                  <a:pt x="0" y="101346"/>
                </a:lnTo>
                <a:lnTo>
                  <a:pt x="10590" y="140809"/>
                </a:lnTo>
                <a:lnTo>
                  <a:pt x="39481" y="173021"/>
                </a:lnTo>
                <a:lnTo>
                  <a:pt x="82349" y="194732"/>
                </a:lnTo>
                <a:lnTo>
                  <a:pt x="134874" y="202692"/>
                </a:lnTo>
                <a:lnTo>
                  <a:pt x="187398" y="194732"/>
                </a:lnTo>
                <a:lnTo>
                  <a:pt x="230266" y="173021"/>
                </a:lnTo>
                <a:lnTo>
                  <a:pt x="259157" y="140809"/>
                </a:lnTo>
                <a:lnTo>
                  <a:pt x="269748" y="101346"/>
                </a:lnTo>
                <a:lnTo>
                  <a:pt x="259157" y="61882"/>
                </a:lnTo>
                <a:lnTo>
                  <a:pt x="230266" y="29670"/>
                </a:lnTo>
                <a:lnTo>
                  <a:pt x="187398" y="7959"/>
                </a:lnTo>
                <a:lnTo>
                  <a:pt x="134874" y="0"/>
                </a:lnTo>
                <a:close/>
              </a:path>
            </a:pathLst>
          </a:custGeom>
          <a:solidFill>
            <a:srgbClr val="330066"/>
          </a:solidFill>
          <a:ln>
            <a:noFill/>
          </a:ln>
        </p:spPr>
        <p:style>
          <a:lnRef idx="0"/>
          <a:fillRef idx="0"/>
          <a:effectRef idx="0"/>
          <a:fontRef idx="minor"/>
        </p:style>
      </p:sp>
      <p:sp>
        <p:nvSpPr>
          <p:cNvPr id="618" name="CustomShape 11"/>
          <p:cNvSpPr/>
          <p:nvPr/>
        </p:nvSpPr>
        <p:spPr>
          <a:xfrm>
            <a:off x="10748880" y="3560040"/>
            <a:ext cx="267480" cy="201960"/>
          </a:xfrm>
          <a:custGeom>
            <a:avLst/>
            <a:gdLst/>
            <a:ahLst/>
            <a:rect l="l" t="t" r="r" b="b"/>
            <a:pathLst>
              <a:path w="268604" h="203200">
                <a:moveTo>
                  <a:pt x="134111" y="0"/>
                </a:moveTo>
                <a:lnTo>
                  <a:pt x="81920" y="7959"/>
                </a:lnTo>
                <a:lnTo>
                  <a:pt x="39290" y="29670"/>
                </a:lnTo>
                <a:lnTo>
                  <a:pt x="10542" y="61882"/>
                </a:lnTo>
                <a:lnTo>
                  <a:pt x="0" y="101346"/>
                </a:lnTo>
                <a:lnTo>
                  <a:pt x="10542" y="140809"/>
                </a:lnTo>
                <a:lnTo>
                  <a:pt x="39290" y="173021"/>
                </a:lnTo>
                <a:lnTo>
                  <a:pt x="81920" y="194732"/>
                </a:lnTo>
                <a:lnTo>
                  <a:pt x="134111" y="202692"/>
                </a:lnTo>
                <a:lnTo>
                  <a:pt x="186303" y="194732"/>
                </a:lnTo>
                <a:lnTo>
                  <a:pt x="228933" y="173021"/>
                </a:lnTo>
                <a:lnTo>
                  <a:pt x="257681" y="140809"/>
                </a:lnTo>
                <a:lnTo>
                  <a:pt x="268224" y="101346"/>
                </a:lnTo>
                <a:lnTo>
                  <a:pt x="257681" y="61882"/>
                </a:lnTo>
                <a:lnTo>
                  <a:pt x="228933" y="29670"/>
                </a:lnTo>
                <a:lnTo>
                  <a:pt x="186303" y="7959"/>
                </a:lnTo>
                <a:lnTo>
                  <a:pt x="134111" y="0"/>
                </a:lnTo>
                <a:close/>
              </a:path>
            </a:pathLst>
          </a:custGeom>
          <a:solidFill>
            <a:srgbClr val="669999"/>
          </a:solidFill>
          <a:ln>
            <a:noFill/>
          </a:ln>
        </p:spPr>
        <p:style>
          <a:lnRef idx="0"/>
          <a:fillRef idx="0"/>
          <a:effectRef idx="0"/>
          <a:fontRef idx="minor"/>
        </p:style>
      </p:sp>
      <p:sp>
        <p:nvSpPr>
          <p:cNvPr id="619" name="CustomShape 12"/>
          <p:cNvSpPr/>
          <p:nvPr/>
        </p:nvSpPr>
        <p:spPr>
          <a:xfrm>
            <a:off x="11126880" y="3560040"/>
            <a:ext cx="268920" cy="201960"/>
          </a:xfrm>
          <a:custGeom>
            <a:avLst/>
            <a:gdLst/>
            <a:ahLst/>
            <a:rect l="l" t="t" r="r" b="b"/>
            <a:pathLst>
              <a:path w="269875" h="203200">
                <a:moveTo>
                  <a:pt x="134874" y="0"/>
                </a:moveTo>
                <a:lnTo>
                  <a:pt x="82349" y="7959"/>
                </a:lnTo>
                <a:lnTo>
                  <a:pt x="39481" y="29670"/>
                </a:lnTo>
                <a:lnTo>
                  <a:pt x="10590" y="61882"/>
                </a:lnTo>
                <a:lnTo>
                  <a:pt x="0" y="101346"/>
                </a:lnTo>
                <a:lnTo>
                  <a:pt x="10590" y="140809"/>
                </a:lnTo>
                <a:lnTo>
                  <a:pt x="39481" y="173021"/>
                </a:lnTo>
                <a:lnTo>
                  <a:pt x="82349" y="194732"/>
                </a:lnTo>
                <a:lnTo>
                  <a:pt x="134874" y="202692"/>
                </a:lnTo>
                <a:lnTo>
                  <a:pt x="187398" y="194732"/>
                </a:lnTo>
                <a:lnTo>
                  <a:pt x="230266" y="173021"/>
                </a:lnTo>
                <a:lnTo>
                  <a:pt x="259157" y="140809"/>
                </a:lnTo>
                <a:lnTo>
                  <a:pt x="269748" y="101346"/>
                </a:lnTo>
                <a:lnTo>
                  <a:pt x="259157" y="61882"/>
                </a:lnTo>
                <a:lnTo>
                  <a:pt x="230266" y="29670"/>
                </a:lnTo>
                <a:lnTo>
                  <a:pt x="187398" y="7959"/>
                </a:lnTo>
                <a:lnTo>
                  <a:pt x="134874" y="0"/>
                </a:lnTo>
                <a:close/>
              </a:path>
            </a:pathLst>
          </a:custGeom>
          <a:solidFill>
            <a:srgbClr val="669999"/>
          </a:solidFill>
          <a:ln>
            <a:noFill/>
          </a:ln>
        </p:spPr>
        <p:style>
          <a:lnRef idx="0"/>
          <a:fillRef idx="0"/>
          <a:effectRef idx="0"/>
          <a:fontRef idx="minor"/>
        </p:style>
      </p:sp>
      <p:sp>
        <p:nvSpPr>
          <p:cNvPr id="620" name="CustomShape 13"/>
          <p:cNvSpPr/>
          <p:nvPr/>
        </p:nvSpPr>
        <p:spPr>
          <a:xfrm>
            <a:off x="11506320" y="3560040"/>
            <a:ext cx="267480" cy="201960"/>
          </a:xfrm>
          <a:custGeom>
            <a:avLst/>
            <a:gdLst/>
            <a:ahLst/>
            <a:rect l="l" t="t" r="r" b="b"/>
            <a:pathLst>
              <a:path w="268604" h="203200">
                <a:moveTo>
                  <a:pt x="134111" y="0"/>
                </a:moveTo>
                <a:lnTo>
                  <a:pt x="81920" y="7959"/>
                </a:lnTo>
                <a:lnTo>
                  <a:pt x="39290" y="29670"/>
                </a:lnTo>
                <a:lnTo>
                  <a:pt x="10542" y="61882"/>
                </a:lnTo>
                <a:lnTo>
                  <a:pt x="0" y="101346"/>
                </a:lnTo>
                <a:lnTo>
                  <a:pt x="10542" y="140809"/>
                </a:lnTo>
                <a:lnTo>
                  <a:pt x="39290" y="173021"/>
                </a:lnTo>
                <a:lnTo>
                  <a:pt x="81920" y="194732"/>
                </a:lnTo>
                <a:lnTo>
                  <a:pt x="134111" y="202692"/>
                </a:lnTo>
                <a:lnTo>
                  <a:pt x="186303" y="194732"/>
                </a:lnTo>
                <a:lnTo>
                  <a:pt x="228933" y="173021"/>
                </a:lnTo>
                <a:lnTo>
                  <a:pt x="257681" y="140809"/>
                </a:lnTo>
                <a:lnTo>
                  <a:pt x="268224" y="101346"/>
                </a:lnTo>
                <a:lnTo>
                  <a:pt x="257681" y="61882"/>
                </a:lnTo>
                <a:lnTo>
                  <a:pt x="228933" y="29670"/>
                </a:lnTo>
                <a:lnTo>
                  <a:pt x="186303" y="7959"/>
                </a:lnTo>
                <a:lnTo>
                  <a:pt x="134111" y="0"/>
                </a:lnTo>
                <a:close/>
              </a:path>
            </a:pathLst>
          </a:custGeom>
          <a:solidFill>
            <a:srgbClr val="cccc00"/>
          </a:solidFill>
          <a:ln>
            <a:noFill/>
          </a:ln>
        </p:spPr>
        <p:style>
          <a:lnRef idx="0"/>
          <a:fillRef idx="0"/>
          <a:effectRef idx="0"/>
          <a:fontRef idx="minor"/>
        </p:style>
      </p:sp>
      <p:sp>
        <p:nvSpPr>
          <p:cNvPr id="621" name="CustomShape 14"/>
          <p:cNvSpPr/>
          <p:nvPr/>
        </p:nvSpPr>
        <p:spPr>
          <a:xfrm>
            <a:off x="9991440" y="3843360"/>
            <a:ext cx="267480" cy="201960"/>
          </a:xfrm>
          <a:custGeom>
            <a:avLst/>
            <a:gdLst/>
            <a:ahLst/>
            <a:rect l="l" t="t" r="r" b="b"/>
            <a:pathLst>
              <a:path w="268604" h="203200">
                <a:moveTo>
                  <a:pt x="134111" y="0"/>
                </a:moveTo>
                <a:lnTo>
                  <a:pt x="81920" y="7959"/>
                </a:lnTo>
                <a:lnTo>
                  <a:pt x="39290" y="29670"/>
                </a:lnTo>
                <a:lnTo>
                  <a:pt x="10542" y="61882"/>
                </a:lnTo>
                <a:lnTo>
                  <a:pt x="0" y="101346"/>
                </a:lnTo>
                <a:lnTo>
                  <a:pt x="10542" y="140809"/>
                </a:lnTo>
                <a:lnTo>
                  <a:pt x="39290" y="173021"/>
                </a:lnTo>
                <a:lnTo>
                  <a:pt x="81920" y="194732"/>
                </a:lnTo>
                <a:lnTo>
                  <a:pt x="134111" y="202692"/>
                </a:lnTo>
                <a:lnTo>
                  <a:pt x="186303" y="194732"/>
                </a:lnTo>
                <a:lnTo>
                  <a:pt x="228933" y="173021"/>
                </a:lnTo>
                <a:lnTo>
                  <a:pt x="257681" y="140809"/>
                </a:lnTo>
                <a:lnTo>
                  <a:pt x="268224" y="101346"/>
                </a:lnTo>
                <a:lnTo>
                  <a:pt x="257681" y="61882"/>
                </a:lnTo>
                <a:lnTo>
                  <a:pt x="228933" y="29670"/>
                </a:lnTo>
                <a:lnTo>
                  <a:pt x="186303" y="7959"/>
                </a:lnTo>
                <a:lnTo>
                  <a:pt x="134111" y="0"/>
                </a:lnTo>
                <a:close/>
              </a:path>
            </a:pathLst>
          </a:custGeom>
          <a:solidFill>
            <a:srgbClr val="330066"/>
          </a:solidFill>
          <a:ln>
            <a:noFill/>
          </a:ln>
        </p:spPr>
        <p:style>
          <a:lnRef idx="0"/>
          <a:fillRef idx="0"/>
          <a:effectRef idx="0"/>
          <a:fontRef idx="minor"/>
        </p:style>
      </p:sp>
      <p:sp>
        <p:nvSpPr>
          <p:cNvPr id="622" name="CustomShape 15"/>
          <p:cNvSpPr/>
          <p:nvPr/>
        </p:nvSpPr>
        <p:spPr>
          <a:xfrm>
            <a:off x="10369440" y="3843360"/>
            <a:ext cx="268920" cy="201960"/>
          </a:xfrm>
          <a:custGeom>
            <a:avLst/>
            <a:gdLst/>
            <a:ahLst/>
            <a:rect l="l" t="t" r="r" b="b"/>
            <a:pathLst>
              <a:path w="269875" h="203200">
                <a:moveTo>
                  <a:pt x="134874" y="0"/>
                </a:moveTo>
                <a:lnTo>
                  <a:pt x="82349" y="7959"/>
                </a:lnTo>
                <a:lnTo>
                  <a:pt x="39481" y="29670"/>
                </a:lnTo>
                <a:lnTo>
                  <a:pt x="10590" y="61882"/>
                </a:lnTo>
                <a:lnTo>
                  <a:pt x="0" y="101346"/>
                </a:lnTo>
                <a:lnTo>
                  <a:pt x="10590" y="140809"/>
                </a:lnTo>
                <a:lnTo>
                  <a:pt x="39481" y="173021"/>
                </a:lnTo>
                <a:lnTo>
                  <a:pt x="82349" y="194732"/>
                </a:lnTo>
                <a:lnTo>
                  <a:pt x="134874" y="202692"/>
                </a:lnTo>
                <a:lnTo>
                  <a:pt x="187398" y="194732"/>
                </a:lnTo>
                <a:lnTo>
                  <a:pt x="230266" y="173021"/>
                </a:lnTo>
                <a:lnTo>
                  <a:pt x="259157" y="140809"/>
                </a:lnTo>
                <a:lnTo>
                  <a:pt x="269748" y="101346"/>
                </a:lnTo>
                <a:lnTo>
                  <a:pt x="259157" y="61882"/>
                </a:lnTo>
                <a:lnTo>
                  <a:pt x="230266" y="29670"/>
                </a:lnTo>
                <a:lnTo>
                  <a:pt x="187398" y="7959"/>
                </a:lnTo>
                <a:lnTo>
                  <a:pt x="134874" y="0"/>
                </a:lnTo>
                <a:close/>
              </a:path>
            </a:pathLst>
          </a:custGeom>
          <a:solidFill>
            <a:srgbClr val="669999"/>
          </a:solidFill>
          <a:ln>
            <a:noFill/>
          </a:ln>
        </p:spPr>
        <p:style>
          <a:lnRef idx="0"/>
          <a:fillRef idx="0"/>
          <a:effectRef idx="0"/>
          <a:fontRef idx="minor"/>
        </p:style>
      </p:sp>
      <p:sp>
        <p:nvSpPr>
          <p:cNvPr id="623" name="CustomShape 16"/>
          <p:cNvSpPr/>
          <p:nvPr/>
        </p:nvSpPr>
        <p:spPr>
          <a:xfrm>
            <a:off x="10748880" y="3843360"/>
            <a:ext cx="267480" cy="201960"/>
          </a:xfrm>
          <a:custGeom>
            <a:avLst/>
            <a:gdLst/>
            <a:ahLst/>
            <a:rect l="l" t="t" r="r" b="b"/>
            <a:pathLst>
              <a:path w="268604" h="203200">
                <a:moveTo>
                  <a:pt x="134111" y="0"/>
                </a:moveTo>
                <a:lnTo>
                  <a:pt x="81920" y="7959"/>
                </a:lnTo>
                <a:lnTo>
                  <a:pt x="39290" y="29670"/>
                </a:lnTo>
                <a:lnTo>
                  <a:pt x="10542" y="61882"/>
                </a:lnTo>
                <a:lnTo>
                  <a:pt x="0" y="101346"/>
                </a:lnTo>
                <a:lnTo>
                  <a:pt x="10542" y="140809"/>
                </a:lnTo>
                <a:lnTo>
                  <a:pt x="39290" y="173021"/>
                </a:lnTo>
                <a:lnTo>
                  <a:pt x="81920" y="194732"/>
                </a:lnTo>
                <a:lnTo>
                  <a:pt x="134111" y="202692"/>
                </a:lnTo>
                <a:lnTo>
                  <a:pt x="186303" y="194732"/>
                </a:lnTo>
                <a:lnTo>
                  <a:pt x="228933" y="173021"/>
                </a:lnTo>
                <a:lnTo>
                  <a:pt x="257681" y="140809"/>
                </a:lnTo>
                <a:lnTo>
                  <a:pt x="268224" y="101346"/>
                </a:lnTo>
                <a:lnTo>
                  <a:pt x="257681" y="61882"/>
                </a:lnTo>
                <a:lnTo>
                  <a:pt x="228933" y="29670"/>
                </a:lnTo>
                <a:lnTo>
                  <a:pt x="186303" y="7959"/>
                </a:lnTo>
                <a:lnTo>
                  <a:pt x="134111" y="0"/>
                </a:lnTo>
                <a:close/>
              </a:path>
            </a:pathLst>
          </a:custGeom>
          <a:solidFill>
            <a:srgbClr val="669999"/>
          </a:solidFill>
          <a:ln>
            <a:noFill/>
          </a:ln>
        </p:spPr>
        <p:style>
          <a:lnRef idx="0"/>
          <a:fillRef idx="0"/>
          <a:effectRef idx="0"/>
          <a:fontRef idx="minor"/>
        </p:style>
      </p:sp>
      <p:sp>
        <p:nvSpPr>
          <p:cNvPr id="624" name="CustomShape 17"/>
          <p:cNvSpPr/>
          <p:nvPr/>
        </p:nvSpPr>
        <p:spPr>
          <a:xfrm>
            <a:off x="11126880" y="3843360"/>
            <a:ext cx="268920" cy="201960"/>
          </a:xfrm>
          <a:custGeom>
            <a:avLst/>
            <a:gdLst/>
            <a:ahLst/>
            <a:rect l="l" t="t" r="r" b="b"/>
            <a:pathLst>
              <a:path w="269875" h="203200">
                <a:moveTo>
                  <a:pt x="134874" y="0"/>
                </a:moveTo>
                <a:lnTo>
                  <a:pt x="82349" y="7959"/>
                </a:lnTo>
                <a:lnTo>
                  <a:pt x="39481" y="29670"/>
                </a:lnTo>
                <a:lnTo>
                  <a:pt x="10590" y="61882"/>
                </a:lnTo>
                <a:lnTo>
                  <a:pt x="0" y="101346"/>
                </a:lnTo>
                <a:lnTo>
                  <a:pt x="10590" y="140809"/>
                </a:lnTo>
                <a:lnTo>
                  <a:pt x="39481" y="173021"/>
                </a:lnTo>
                <a:lnTo>
                  <a:pt x="82349" y="194732"/>
                </a:lnTo>
                <a:lnTo>
                  <a:pt x="134874" y="202692"/>
                </a:lnTo>
                <a:lnTo>
                  <a:pt x="187398" y="194732"/>
                </a:lnTo>
                <a:lnTo>
                  <a:pt x="230266" y="173021"/>
                </a:lnTo>
                <a:lnTo>
                  <a:pt x="259157" y="140809"/>
                </a:lnTo>
                <a:lnTo>
                  <a:pt x="269748" y="101346"/>
                </a:lnTo>
                <a:lnTo>
                  <a:pt x="259157" y="61882"/>
                </a:lnTo>
                <a:lnTo>
                  <a:pt x="230266" y="29670"/>
                </a:lnTo>
                <a:lnTo>
                  <a:pt x="187398" y="7959"/>
                </a:lnTo>
                <a:lnTo>
                  <a:pt x="134874" y="0"/>
                </a:lnTo>
                <a:close/>
              </a:path>
            </a:pathLst>
          </a:custGeom>
          <a:solidFill>
            <a:srgbClr val="cccc00"/>
          </a:solidFill>
          <a:ln>
            <a:noFill/>
          </a:ln>
        </p:spPr>
        <p:style>
          <a:lnRef idx="0"/>
          <a:fillRef idx="0"/>
          <a:effectRef idx="0"/>
          <a:fontRef idx="minor"/>
        </p:style>
      </p:sp>
      <p:sp>
        <p:nvSpPr>
          <p:cNvPr id="625" name="CustomShape 18"/>
          <p:cNvSpPr/>
          <p:nvPr/>
        </p:nvSpPr>
        <p:spPr>
          <a:xfrm>
            <a:off x="9991440" y="4127040"/>
            <a:ext cx="267480" cy="203400"/>
          </a:xfrm>
          <a:custGeom>
            <a:avLst/>
            <a:gdLst/>
            <a:ahLst/>
            <a:rect l="l" t="t" r="r" b="b"/>
            <a:pathLst>
              <a:path w="268604" h="204470">
                <a:moveTo>
                  <a:pt x="134111" y="0"/>
                </a:moveTo>
                <a:lnTo>
                  <a:pt x="81920" y="8024"/>
                </a:lnTo>
                <a:lnTo>
                  <a:pt x="39290" y="29908"/>
                </a:lnTo>
                <a:lnTo>
                  <a:pt x="10542" y="62364"/>
                </a:lnTo>
                <a:lnTo>
                  <a:pt x="0" y="102107"/>
                </a:lnTo>
                <a:lnTo>
                  <a:pt x="10542" y="141851"/>
                </a:lnTo>
                <a:lnTo>
                  <a:pt x="39290" y="174307"/>
                </a:lnTo>
                <a:lnTo>
                  <a:pt x="81920" y="196191"/>
                </a:lnTo>
                <a:lnTo>
                  <a:pt x="134111" y="204215"/>
                </a:lnTo>
                <a:lnTo>
                  <a:pt x="186303" y="196191"/>
                </a:lnTo>
                <a:lnTo>
                  <a:pt x="228933" y="174307"/>
                </a:lnTo>
                <a:lnTo>
                  <a:pt x="257681" y="141851"/>
                </a:lnTo>
                <a:lnTo>
                  <a:pt x="268224" y="102107"/>
                </a:lnTo>
                <a:lnTo>
                  <a:pt x="257681" y="62364"/>
                </a:lnTo>
                <a:lnTo>
                  <a:pt x="228933" y="29908"/>
                </a:lnTo>
                <a:lnTo>
                  <a:pt x="186303" y="8024"/>
                </a:lnTo>
                <a:lnTo>
                  <a:pt x="134111" y="0"/>
                </a:lnTo>
                <a:close/>
              </a:path>
            </a:pathLst>
          </a:custGeom>
          <a:solidFill>
            <a:srgbClr val="669999"/>
          </a:solidFill>
          <a:ln>
            <a:noFill/>
          </a:ln>
        </p:spPr>
        <p:style>
          <a:lnRef idx="0"/>
          <a:fillRef idx="0"/>
          <a:effectRef idx="0"/>
          <a:fontRef idx="minor"/>
        </p:style>
      </p:sp>
      <p:sp>
        <p:nvSpPr>
          <p:cNvPr id="626" name="CustomShape 19"/>
          <p:cNvSpPr/>
          <p:nvPr/>
        </p:nvSpPr>
        <p:spPr>
          <a:xfrm>
            <a:off x="10369440" y="4127040"/>
            <a:ext cx="268920" cy="203400"/>
          </a:xfrm>
          <a:custGeom>
            <a:avLst/>
            <a:gdLst/>
            <a:ahLst/>
            <a:rect l="l" t="t" r="r" b="b"/>
            <a:pathLst>
              <a:path w="269875" h="204470">
                <a:moveTo>
                  <a:pt x="134874" y="0"/>
                </a:moveTo>
                <a:lnTo>
                  <a:pt x="82349" y="8024"/>
                </a:lnTo>
                <a:lnTo>
                  <a:pt x="39481" y="29908"/>
                </a:lnTo>
                <a:lnTo>
                  <a:pt x="10590" y="62364"/>
                </a:lnTo>
                <a:lnTo>
                  <a:pt x="0" y="102107"/>
                </a:lnTo>
                <a:lnTo>
                  <a:pt x="10590" y="141851"/>
                </a:lnTo>
                <a:lnTo>
                  <a:pt x="39481" y="174307"/>
                </a:lnTo>
                <a:lnTo>
                  <a:pt x="82349" y="196191"/>
                </a:lnTo>
                <a:lnTo>
                  <a:pt x="134874" y="204215"/>
                </a:lnTo>
                <a:lnTo>
                  <a:pt x="187398" y="196191"/>
                </a:lnTo>
                <a:lnTo>
                  <a:pt x="230266" y="174307"/>
                </a:lnTo>
                <a:lnTo>
                  <a:pt x="259157" y="141851"/>
                </a:lnTo>
                <a:lnTo>
                  <a:pt x="269748" y="102107"/>
                </a:lnTo>
                <a:lnTo>
                  <a:pt x="259157" y="62364"/>
                </a:lnTo>
                <a:lnTo>
                  <a:pt x="230266" y="29908"/>
                </a:lnTo>
                <a:lnTo>
                  <a:pt x="187398" y="8024"/>
                </a:lnTo>
                <a:lnTo>
                  <a:pt x="134874" y="0"/>
                </a:lnTo>
                <a:close/>
              </a:path>
            </a:pathLst>
          </a:custGeom>
          <a:solidFill>
            <a:srgbClr val="669999"/>
          </a:solidFill>
          <a:ln>
            <a:noFill/>
          </a:ln>
        </p:spPr>
        <p:style>
          <a:lnRef idx="0"/>
          <a:fillRef idx="0"/>
          <a:effectRef idx="0"/>
          <a:fontRef idx="minor"/>
        </p:style>
      </p:sp>
      <p:sp>
        <p:nvSpPr>
          <p:cNvPr id="627" name="CustomShape 20"/>
          <p:cNvSpPr/>
          <p:nvPr/>
        </p:nvSpPr>
        <p:spPr>
          <a:xfrm>
            <a:off x="10748880" y="4127040"/>
            <a:ext cx="267480" cy="203400"/>
          </a:xfrm>
          <a:custGeom>
            <a:avLst/>
            <a:gdLst/>
            <a:ahLst/>
            <a:rect l="l" t="t" r="r" b="b"/>
            <a:pathLst>
              <a:path w="268604" h="204470">
                <a:moveTo>
                  <a:pt x="134111" y="0"/>
                </a:moveTo>
                <a:lnTo>
                  <a:pt x="81920" y="8024"/>
                </a:lnTo>
                <a:lnTo>
                  <a:pt x="39290" y="29908"/>
                </a:lnTo>
                <a:lnTo>
                  <a:pt x="10542" y="62364"/>
                </a:lnTo>
                <a:lnTo>
                  <a:pt x="0" y="102107"/>
                </a:lnTo>
                <a:lnTo>
                  <a:pt x="10542" y="141851"/>
                </a:lnTo>
                <a:lnTo>
                  <a:pt x="39290" y="174307"/>
                </a:lnTo>
                <a:lnTo>
                  <a:pt x="81920" y="196191"/>
                </a:lnTo>
                <a:lnTo>
                  <a:pt x="134111" y="204215"/>
                </a:lnTo>
                <a:lnTo>
                  <a:pt x="186303" y="196191"/>
                </a:lnTo>
                <a:lnTo>
                  <a:pt x="228933" y="174307"/>
                </a:lnTo>
                <a:lnTo>
                  <a:pt x="257681" y="141851"/>
                </a:lnTo>
                <a:lnTo>
                  <a:pt x="268224" y="102107"/>
                </a:lnTo>
                <a:lnTo>
                  <a:pt x="257681" y="62364"/>
                </a:lnTo>
                <a:lnTo>
                  <a:pt x="228933" y="29908"/>
                </a:lnTo>
                <a:lnTo>
                  <a:pt x="186303" y="8024"/>
                </a:lnTo>
                <a:lnTo>
                  <a:pt x="134111" y="0"/>
                </a:lnTo>
                <a:close/>
              </a:path>
            </a:pathLst>
          </a:custGeom>
          <a:solidFill>
            <a:srgbClr val="cccc00"/>
          </a:solidFill>
          <a:ln>
            <a:noFill/>
          </a:ln>
        </p:spPr>
        <p:style>
          <a:lnRef idx="0"/>
          <a:fillRef idx="0"/>
          <a:effectRef idx="0"/>
          <a:fontRef idx="minor"/>
        </p:style>
      </p:sp>
      <p:sp>
        <p:nvSpPr>
          <p:cNvPr id="628" name="CustomShape 21"/>
          <p:cNvSpPr/>
          <p:nvPr/>
        </p:nvSpPr>
        <p:spPr>
          <a:xfrm>
            <a:off x="11126880" y="4127040"/>
            <a:ext cx="268920" cy="203400"/>
          </a:xfrm>
          <a:custGeom>
            <a:avLst/>
            <a:gdLst/>
            <a:ahLst/>
            <a:rect l="l" t="t" r="r" b="b"/>
            <a:pathLst>
              <a:path w="269875" h="204470">
                <a:moveTo>
                  <a:pt x="134874" y="0"/>
                </a:moveTo>
                <a:lnTo>
                  <a:pt x="82349" y="8024"/>
                </a:lnTo>
                <a:lnTo>
                  <a:pt x="39481" y="29908"/>
                </a:lnTo>
                <a:lnTo>
                  <a:pt x="10590" y="62364"/>
                </a:lnTo>
                <a:lnTo>
                  <a:pt x="0" y="102107"/>
                </a:lnTo>
                <a:lnTo>
                  <a:pt x="10590" y="141851"/>
                </a:lnTo>
                <a:lnTo>
                  <a:pt x="39481" y="174307"/>
                </a:lnTo>
                <a:lnTo>
                  <a:pt x="82349" y="196191"/>
                </a:lnTo>
                <a:lnTo>
                  <a:pt x="134874" y="204215"/>
                </a:lnTo>
                <a:lnTo>
                  <a:pt x="187398" y="196191"/>
                </a:lnTo>
                <a:lnTo>
                  <a:pt x="230266" y="174307"/>
                </a:lnTo>
                <a:lnTo>
                  <a:pt x="259157" y="141851"/>
                </a:lnTo>
                <a:lnTo>
                  <a:pt x="269748" y="102107"/>
                </a:lnTo>
                <a:lnTo>
                  <a:pt x="259157" y="62364"/>
                </a:lnTo>
                <a:lnTo>
                  <a:pt x="230266" y="29908"/>
                </a:lnTo>
                <a:lnTo>
                  <a:pt x="187398" y="8024"/>
                </a:lnTo>
                <a:lnTo>
                  <a:pt x="134874" y="0"/>
                </a:lnTo>
                <a:close/>
              </a:path>
            </a:pathLst>
          </a:custGeom>
          <a:solidFill>
            <a:srgbClr val="cccc00"/>
          </a:solidFill>
          <a:ln>
            <a:noFill/>
          </a:ln>
        </p:spPr>
        <p:style>
          <a:lnRef idx="0"/>
          <a:fillRef idx="0"/>
          <a:effectRef idx="0"/>
          <a:fontRef idx="minor"/>
        </p:style>
      </p:sp>
      <p:sp>
        <p:nvSpPr>
          <p:cNvPr id="629" name="CustomShape 22"/>
          <p:cNvSpPr/>
          <p:nvPr/>
        </p:nvSpPr>
        <p:spPr>
          <a:xfrm>
            <a:off x="11506320" y="4127040"/>
            <a:ext cx="267480" cy="203400"/>
          </a:xfrm>
          <a:custGeom>
            <a:avLst/>
            <a:gdLst/>
            <a:ahLst/>
            <a:rect l="l" t="t" r="r" b="b"/>
            <a:pathLst>
              <a:path w="268604" h="204470">
                <a:moveTo>
                  <a:pt x="134111" y="0"/>
                </a:moveTo>
                <a:lnTo>
                  <a:pt x="81920" y="8024"/>
                </a:lnTo>
                <a:lnTo>
                  <a:pt x="39290" y="29908"/>
                </a:lnTo>
                <a:lnTo>
                  <a:pt x="10542" y="62364"/>
                </a:lnTo>
                <a:lnTo>
                  <a:pt x="0" y="102107"/>
                </a:lnTo>
                <a:lnTo>
                  <a:pt x="10542" y="141851"/>
                </a:lnTo>
                <a:lnTo>
                  <a:pt x="39290" y="174307"/>
                </a:lnTo>
                <a:lnTo>
                  <a:pt x="81920" y="196191"/>
                </a:lnTo>
                <a:lnTo>
                  <a:pt x="134111" y="204215"/>
                </a:lnTo>
                <a:lnTo>
                  <a:pt x="186303" y="196191"/>
                </a:lnTo>
                <a:lnTo>
                  <a:pt x="228933" y="174307"/>
                </a:lnTo>
                <a:lnTo>
                  <a:pt x="257681" y="141851"/>
                </a:lnTo>
                <a:lnTo>
                  <a:pt x="268224" y="102107"/>
                </a:lnTo>
                <a:lnTo>
                  <a:pt x="257681" y="62364"/>
                </a:lnTo>
                <a:lnTo>
                  <a:pt x="228933" y="29908"/>
                </a:lnTo>
                <a:lnTo>
                  <a:pt x="186303" y="8024"/>
                </a:lnTo>
                <a:lnTo>
                  <a:pt x="134111" y="0"/>
                </a:lnTo>
                <a:close/>
              </a:path>
            </a:pathLst>
          </a:custGeom>
          <a:solidFill>
            <a:srgbClr val="d7d7eb"/>
          </a:solidFill>
          <a:ln>
            <a:noFill/>
          </a:ln>
        </p:spPr>
        <p:style>
          <a:lnRef idx="0"/>
          <a:fillRef idx="0"/>
          <a:effectRef idx="0"/>
          <a:fontRef idx="minor"/>
        </p:style>
      </p:sp>
      <p:sp>
        <p:nvSpPr>
          <p:cNvPr id="630" name="CustomShape 23"/>
          <p:cNvSpPr/>
          <p:nvPr/>
        </p:nvSpPr>
        <p:spPr>
          <a:xfrm>
            <a:off x="9991440" y="4411800"/>
            <a:ext cx="267480" cy="200160"/>
          </a:xfrm>
          <a:custGeom>
            <a:avLst/>
            <a:gdLst/>
            <a:ahLst/>
            <a:rect l="l" t="t" r="r" b="b"/>
            <a:pathLst>
              <a:path w="268604" h="201295">
                <a:moveTo>
                  <a:pt x="134111" y="0"/>
                </a:moveTo>
                <a:lnTo>
                  <a:pt x="81920" y="7911"/>
                </a:lnTo>
                <a:lnTo>
                  <a:pt x="39290" y="29479"/>
                </a:lnTo>
                <a:lnTo>
                  <a:pt x="10542" y="61454"/>
                </a:lnTo>
                <a:lnTo>
                  <a:pt x="0" y="100584"/>
                </a:lnTo>
                <a:lnTo>
                  <a:pt x="10542" y="139713"/>
                </a:lnTo>
                <a:lnTo>
                  <a:pt x="39290" y="171688"/>
                </a:lnTo>
                <a:lnTo>
                  <a:pt x="81920" y="193256"/>
                </a:lnTo>
                <a:lnTo>
                  <a:pt x="134111" y="201168"/>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669999"/>
          </a:solidFill>
          <a:ln>
            <a:noFill/>
          </a:ln>
        </p:spPr>
        <p:style>
          <a:lnRef idx="0"/>
          <a:fillRef idx="0"/>
          <a:effectRef idx="0"/>
          <a:fontRef idx="minor"/>
        </p:style>
      </p:sp>
      <p:sp>
        <p:nvSpPr>
          <p:cNvPr id="631" name="CustomShape 24"/>
          <p:cNvSpPr/>
          <p:nvPr/>
        </p:nvSpPr>
        <p:spPr>
          <a:xfrm>
            <a:off x="10369440" y="441180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8"/>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cccc00"/>
          </a:solidFill>
          <a:ln>
            <a:noFill/>
          </a:ln>
        </p:spPr>
        <p:style>
          <a:lnRef idx="0"/>
          <a:fillRef idx="0"/>
          <a:effectRef idx="0"/>
          <a:fontRef idx="minor"/>
        </p:style>
      </p:sp>
      <p:sp>
        <p:nvSpPr>
          <p:cNvPr id="632" name="CustomShape 25"/>
          <p:cNvSpPr/>
          <p:nvPr/>
        </p:nvSpPr>
        <p:spPr>
          <a:xfrm>
            <a:off x="10748880" y="4411800"/>
            <a:ext cx="267480" cy="200160"/>
          </a:xfrm>
          <a:custGeom>
            <a:avLst/>
            <a:gdLst/>
            <a:ahLst/>
            <a:rect l="l" t="t" r="r" b="b"/>
            <a:pathLst>
              <a:path w="268604" h="201295">
                <a:moveTo>
                  <a:pt x="134111" y="0"/>
                </a:moveTo>
                <a:lnTo>
                  <a:pt x="81920" y="7911"/>
                </a:lnTo>
                <a:lnTo>
                  <a:pt x="39290" y="29479"/>
                </a:lnTo>
                <a:lnTo>
                  <a:pt x="10542" y="61454"/>
                </a:lnTo>
                <a:lnTo>
                  <a:pt x="0" y="100584"/>
                </a:lnTo>
                <a:lnTo>
                  <a:pt x="10542" y="139713"/>
                </a:lnTo>
                <a:lnTo>
                  <a:pt x="39290" y="171688"/>
                </a:lnTo>
                <a:lnTo>
                  <a:pt x="81920" y="193256"/>
                </a:lnTo>
                <a:lnTo>
                  <a:pt x="134111" y="201168"/>
                </a:lnTo>
                <a:lnTo>
                  <a:pt x="186303" y="193256"/>
                </a:lnTo>
                <a:lnTo>
                  <a:pt x="228933" y="171688"/>
                </a:lnTo>
                <a:lnTo>
                  <a:pt x="257681" y="139713"/>
                </a:lnTo>
                <a:lnTo>
                  <a:pt x="268224" y="100584"/>
                </a:lnTo>
                <a:lnTo>
                  <a:pt x="257681" y="61454"/>
                </a:lnTo>
                <a:lnTo>
                  <a:pt x="228933" y="29479"/>
                </a:lnTo>
                <a:lnTo>
                  <a:pt x="186303" y="7911"/>
                </a:lnTo>
                <a:lnTo>
                  <a:pt x="134111" y="0"/>
                </a:lnTo>
                <a:close/>
              </a:path>
            </a:pathLst>
          </a:custGeom>
          <a:solidFill>
            <a:srgbClr val="cccc00"/>
          </a:solidFill>
          <a:ln>
            <a:noFill/>
          </a:ln>
        </p:spPr>
        <p:style>
          <a:lnRef idx="0"/>
          <a:fillRef idx="0"/>
          <a:effectRef idx="0"/>
          <a:fontRef idx="minor"/>
        </p:style>
      </p:sp>
      <p:sp>
        <p:nvSpPr>
          <p:cNvPr id="633" name="CustomShape 26"/>
          <p:cNvSpPr/>
          <p:nvPr/>
        </p:nvSpPr>
        <p:spPr>
          <a:xfrm>
            <a:off x="11126880" y="441180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8"/>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d7d7eb"/>
          </a:solidFill>
          <a:ln>
            <a:noFill/>
          </a:ln>
        </p:spPr>
        <p:style>
          <a:lnRef idx="0"/>
          <a:fillRef idx="0"/>
          <a:effectRef idx="0"/>
          <a:fontRef idx="minor"/>
        </p:style>
      </p:sp>
      <p:sp>
        <p:nvSpPr>
          <p:cNvPr id="634" name="CustomShape 27"/>
          <p:cNvSpPr/>
          <p:nvPr/>
        </p:nvSpPr>
        <p:spPr>
          <a:xfrm>
            <a:off x="9991440" y="4695480"/>
            <a:ext cx="267480" cy="201960"/>
          </a:xfrm>
          <a:custGeom>
            <a:avLst/>
            <a:gdLst/>
            <a:ahLst/>
            <a:rect l="l" t="t" r="r" b="b"/>
            <a:pathLst>
              <a:path w="268604" h="203200">
                <a:moveTo>
                  <a:pt x="134111" y="0"/>
                </a:moveTo>
                <a:lnTo>
                  <a:pt x="81920" y="7959"/>
                </a:lnTo>
                <a:lnTo>
                  <a:pt x="39290" y="29670"/>
                </a:lnTo>
                <a:lnTo>
                  <a:pt x="10542" y="61882"/>
                </a:lnTo>
                <a:lnTo>
                  <a:pt x="0" y="101345"/>
                </a:lnTo>
                <a:lnTo>
                  <a:pt x="10542" y="140809"/>
                </a:lnTo>
                <a:lnTo>
                  <a:pt x="39290" y="173021"/>
                </a:lnTo>
                <a:lnTo>
                  <a:pt x="81920" y="194732"/>
                </a:lnTo>
                <a:lnTo>
                  <a:pt x="134111" y="202691"/>
                </a:lnTo>
                <a:lnTo>
                  <a:pt x="186303" y="194732"/>
                </a:lnTo>
                <a:lnTo>
                  <a:pt x="228933" y="173021"/>
                </a:lnTo>
                <a:lnTo>
                  <a:pt x="257681" y="140809"/>
                </a:lnTo>
                <a:lnTo>
                  <a:pt x="268224" y="101345"/>
                </a:lnTo>
                <a:lnTo>
                  <a:pt x="257681" y="61882"/>
                </a:lnTo>
                <a:lnTo>
                  <a:pt x="228933" y="29670"/>
                </a:lnTo>
                <a:lnTo>
                  <a:pt x="186303" y="7959"/>
                </a:lnTo>
                <a:lnTo>
                  <a:pt x="134111" y="0"/>
                </a:lnTo>
                <a:close/>
              </a:path>
            </a:pathLst>
          </a:custGeom>
          <a:solidFill>
            <a:srgbClr val="cccc00"/>
          </a:solidFill>
          <a:ln>
            <a:noFill/>
          </a:ln>
        </p:spPr>
        <p:style>
          <a:lnRef idx="0"/>
          <a:fillRef idx="0"/>
          <a:effectRef idx="0"/>
          <a:fontRef idx="minor"/>
        </p:style>
      </p:sp>
      <p:sp>
        <p:nvSpPr>
          <p:cNvPr id="635" name="CustomShape 28"/>
          <p:cNvSpPr/>
          <p:nvPr/>
        </p:nvSpPr>
        <p:spPr>
          <a:xfrm>
            <a:off x="10369440" y="4695480"/>
            <a:ext cx="268920" cy="201960"/>
          </a:xfrm>
          <a:custGeom>
            <a:avLst/>
            <a:gdLst/>
            <a:ahLst/>
            <a:rect l="l" t="t" r="r" b="b"/>
            <a:pathLst>
              <a:path w="269875" h="203200">
                <a:moveTo>
                  <a:pt x="134874" y="0"/>
                </a:moveTo>
                <a:lnTo>
                  <a:pt x="82349" y="7959"/>
                </a:lnTo>
                <a:lnTo>
                  <a:pt x="39481" y="29670"/>
                </a:lnTo>
                <a:lnTo>
                  <a:pt x="10590" y="61882"/>
                </a:lnTo>
                <a:lnTo>
                  <a:pt x="0" y="101345"/>
                </a:lnTo>
                <a:lnTo>
                  <a:pt x="10590" y="140809"/>
                </a:lnTo>
                <a:lnTo>
                  <a:pt x="39481" y="173021"/>
                </a:lnTo>
                <a:lnTo>
                  <a:pt x="82349" y="194732"/>
                </a:lnTo>
                <a:lnTo>
                  <a:pt x="134874" y="202691"/>
                </a:lnTo>
                <a:lnTo>
                  <a:pt x="187398" y="194732"/>
                </a:lnTo>
                <a:lnTo>
                  <a:pt x="230266" y="173021"/>
                </a:lnTo>
                <a:lnTo>
                  <a:pt x="259157" y="140809"/>
                </a:lnTo>
                <a:lnTo>
                  <a:pt x="269748" y="101345"/>
                </a:lnTo>
                <a:lnTo>
                  <a:pt x="259157" y="61882"/>
                </a:lnTo>
                <a:lnTo>
                  <a:pt x="230266" y="29670"/>
                </a:lnTo>
                <a:lnTo>
                  <a:pt x="187398" y="7959"/>
                </a:lnTo>
                <a:lnTo>
                  <a:pt x="134874" y="0"/>
                </a:lnTo>
                <a:close/>
              </a:path>
            </a:pathLst>
          </a:custGeom>
          <a:solidFill>
            <a:srgbClr val="cccc00"/>
          </a:solidFill>
          <a:ln>
            <a:noFill/>
          </a:ln>
        </p:spPr>
        <p:style>
          <a:lnRef idx="0"/>
          <a:fillRef idx="0"/>
          <a:effectRef idx="0"/>
          <a:fontRef idx="minor"/>
        </p:style>
      </p:sp>
      <p:sp>
        <p:nvSpPr>
          <p:cNvPr id="636" name="CustomShape 29"/>
          <p:cNvSpPr/>
          <p:nvPr/>
        </p:nvSpPr>
        <p:spPr>
          <a:xfrm>
            <a:off x="10748880" y="4695480"/>
            <a:ext cx="267480" cy="201960"/>
          </a:xfrm>
          <a:custGeom>
            <a:avLst/>
            <a:gdLst/>
            <a:ahLst/>
            <a:rect l="l" t="t" r="r" b="b"/>
            <a:pathLst>
              <a:path w="268604" h="203200">
                <a:moveTo>
                  <a:pt x="134111" y="0"/>
                </a:moveTo>
                <a:lnTo>
                  <a:pt x="81920" y="7959"/>
                </a:lnTo>
                <a:lnTo>
                  <a:pt x="39290" y="29670"/>
                </a:lnTo>
                <a:lnTo>
                  <a:pt x="10542" y="61882"/>
                </a:lnTo>
                <a:lnTo>
                  <a:pt x="0" y="101345"/>
                </a:lnTo>
                <a:lnTo>
                  <a:pt x="10542" y="140809"/>
                </a:lnTo>
                <a:lnTo>
                  <a:pt x="39290" y="173021"/>
                </a:lnTo>
                <a:lnTo>
                  <a:pt x="81920" y="194732"/>
                </a:lnTo>
                <a:lnTo>
                  <a:pt x="134111" y="202691"/>
                </a:lnTo>
                <a:lnTo>
                  <a:pt x="186303" y="194732"/>
                </a:lnTo>
                <a:lnTo>
                  <a:pt x="228933" y="173021"/>
                </a:lnTo>
                <a:lnTo>
                  <a:pt x="257681" y="140809"/>
                </a:lnTo>
                <a:lnTo>
                  <a:pt x="268224" y="101345"/>
                </a:lnTo>
                <a:lnTo>
                  <a:pt x="257681" y="61882"/>
                </a:lnTo>
                <a:lnTo>
                  <a:pt x="228933" y="29670"/>
                </a:lnTo>
                <a:lnTo>
                  <a:pt x="186303" y="7959"/>
                </a:lnTo>
                <a:lnTo>
                  <a:pt x="134111" y="0"/>
                </a:lnTo>
                <a:close/>
              </a:path>
            </a:pathLst>
          </a:custGeom>
          <a:solidFill>
            <a:srgbClr val="d7d7eb"/>
          </a:solidFill>
          <a:ln>
            <a:noFill/>
          </a:ln>
        </p:spPr>
        <p:style>
          <a:lnRef idx="0"/>
          <a:fillRef idx="0"/>
          <a:effectRef idx="0"/>
          <a:fontRef idx="minor"/>
        </p:style>
      </p:sp>
      <p:sp>
        <p:nvSpPr>
          <p:cNvPr id="637" name="CustomShape 30"/>
          <p:cNvSpPr/>
          <p:nvPr/>
        </p:nvSpPr>
        <p:spPr>
          <a:xfrm>
            <a:off x="11126880" y="4695480"/>
            <a:ext cx="268920" cy="201960"/>
          </a:xfrm>
          <a:custGeom>
            <a:avLst/>
            <a:gdLst/>
            <a:ahLst/>
            <a:rect l="l" t="t" r="r" b="b"/>
            <a:pathLst>
              <a:path w="269875" h="203200">
                <a:moveTo>
                  <a:pt x="134874" y="0"/>
                </a:moveTo>
                <a:lnTo>
                  <a:pt x="82349" y="7959"/>
                </a:lnTo>
                <a:lnTo>
                  <a:pt x="39481" y="29670"/>
                </a:lnTo>
                <a:lnTo>
                  <a:pt x="10590" y="61882"/>
                </a:lnTo>
                <a:lnTo>
                  <a:pt x="0" y="101345"/>
                </a:lnTo>
                <a:lnTo>
                  <a:pt x="10590" y="140809"/>
                </a:lnTo>
                <a:lnTo>
                  <a:pt x="39481" y="173021"/>
                </a:lnTo>
                <a:lnTo>
                  <a:pt x="82349" y="194732"/>
                </a:lnTo>
                <a:lnTo>
                  <a:pt x="134874" y="202691"/>
                </a:lnTo>
                <a:lnTo>
                  <a:pt x="187398" y="194732"/>
                </a:lnTo>
                <a:lnTo>
                  <a:pt x="230266" y="173021"/>
                </a:lnTo>
                <a:lnTo>
                  <a:pt x="259157" y="140809"/>
                </a:lnTo>
                <a:lnTo>
                  <a:pt x="269748" y="101345"/>
                </a:lnTo>
                <a:lnTo>
                  <a:pt x="259157" y="61882"/>
                </a:lnTo>
                <a:lnTo>
                  <a:pt x="230266" y="29670"/>
                </a:lnTo>
                <a:lnTo>
                  <a:pt x="187398" y="7959"/>
                </a:lnTo>
                <a:lnTo>
                  <a:pt x="134874" y="0"/>
                </a:lnTo>
                <a:close/>
              </a:path>
            </a:pathLst>
          </a:custGeom>
          <a:solidFill>
            <a:srgbClr val="d7d7eb"/>
          </a:solidFill>
          <a:ln>
            <a:noFill/>
          </a:ln>
        </p:spPr>
        <p:style>
          <a:lnRef idx="0"/>
          <a:fillRef idx="0"/>
          <a:effectRef idx="0"/>
          <a:fontRef idx="minor"/>
        </p:style>
      </p:sp>
      <p:sp>
        <p:nvSpPr>
          <p:cNvPr id="638" name="CustomShape 31"/>
          <p:cNvSpPr/>
          <p:nvPr/>
        </p:nvSpPr>
        <p:spPr>
          <a:xfrm>
            <a:off x="10369440" y="498060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8"/>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d7d7eb"/>
          </a:solidFill>
          <a:ln>
            <a:noFill/>
          </a:ln>
        </p:spPr>
        <p:style>
          <a:lnRef idx="0"/>
          <a:fillRef idx="0"/>
          <a:effectRef idx="0"/>
          <a:fontRef idx="minor"/>
        </p:style>
      </p:sp>
      <p:sp>
        <p:nvSpPr>
          <p:cNvPr id="639" name="CustomShape 32"/>
          <p:cNvSpPr/>
          <p:nvPr/>
        </p:nvSpPr>
        <p:spPr>
          <a:xfrm>
            <a:off x="11126880" y="4980600"/>
            <a:ext cx="268920" cy="200160"/>
          </a:xfrm>
          <a:custGeom>
            <a:avLst/>
            <a:gdLst/>
            <a:ahLst/>
            <a:rect l="l" t="t" r="r" b="b"/>
            <a:pathLst>
              <a:path w="269875" h="201295">
                <a:moveTo>
                  <a:pt x="134874" y="0"/>
                </a:moveTo>
                <a:lnTo>
                  <a:pt x="82349" y="7911"/>
                </a:lnTo>
                <a:lnTo>
                  <a:pt x="39481" y="29479"/>
                </a:lnTo>
                <a:lnTo>
                  <a:pt x="10590" y="61454"/>
                </a:lnTo>
                <a:lnTo>
                  <a:pt x="0" y="100584"/>
                </a:lnTo>
                <a:lnTo>
                  <a:pt x="10590" y="139713"/>
                </a:lnTo>
                <a:lnTo>
                  <a:pt x="39481" y="171688"/>
                </a:lnTo>
                <a:lnTo>
                  <a:pt x="82349" y="193256"/>
                </a:lnTo>
                <a:lnTo>
                  <a:pt x="134874" y="201168"/>
                </a:lnTo>
                <a:lnTo>
                  <a:pt x="187398" y="193256"/>
                </a:lnTo>
                <a:lnTo>
                  <a:pt x="230266" y="171688"/>
                </a:lnTo>
                <a:lnTo>
                  <a:pt x="259157" y="139713"/>
                </a:lnTo>
                <a:lnTo>
                  <a:pt x="269748" y="100584"/>
                </a:lnTo>
                <a:lnTo>
                  <a:pt x="259157" y="61454"/>
                </a:lnTo>
                <a:lnTo>
                  <a:pt x="230266" y="29479"/>
                </a:lnTo>
                <a:lnTo>
                  <a:pt x="187398" y="7911"/>
                </a:lnTo>
                <a:lnTo>
                  <a:pt x="134874" y="0"/>
                </a:lnTo>
                <a:close/>
              </a:path>
            </a:pathLst>
          </a:custGeom>
          <a:solidFill>
            <a:srgbClr val="d7d7eb"/>
          </a:solidFill>
          <a:ln>
            <a:noFill/>
          </a:ln>
        </p:spPr>
        <p:style>
          <a:lnRef idx="0"/>
          <a:fillRef idx="0"/>
          <a:effectRef idx="0"/>
          <a:fontRef idx="minor"/>
        </p:style>
      </p:sp>
      <p:sp>
        <p:nvSpPr>
          <p:cNvPr id="640" name="CustomShape 33"/>
          <p:cNvSpPr/>
          <p:nvPr/>
        </p:nvSpPr>
        <p:spPr>
          <a:xfrm>
            <a:off x="406800" y="2819520"/>
            <a:ext cx="10971720" cy="360"/>
          </a:xfrm>
          <a:custGeom>
            <a:avLst/>
            <a:gdLst/>
            <a:ahLst/>
            <a:rect l="l" t="t" r="r" b="b"/>
            <a:pathLst>
              <a:path w="10972800" h="0">
                <a:moveTo>
                  <a:pt x="0" y="0"/>
                </a:moveTo>
                <a:lnTo>
                  <a:pt x="10972800" y="0"/>
                </a:lnTo>
              </a:path>
            </a:pathLst>
          </a:custGeom>
          <a:noFill/>
          <a:ln w="6480">
            <a:solidFill>
              <a:srgbClr val="000000"/>
            </a:solidFill>
            <a:round/>
          </a:ln>
        </p:spPr>
        <p:style>
          <a:lnRef idx="0"/>
          <a:fillRef idx="0"/>
          <a:effectRef idx="0"/>
          <a:fontRef idx="minor"/>
        </p:style>
      </p:sp>
      <p:sp>
        <p:nvSpPr>
          <p:cNvPr id="641" name="CustomShape 34"/>
          <p:cNvSpPr/>
          <p:nvPr/>
        </p:nvSpPr>
        <p:spPr>
          <a:xfrm>
            <a:off x="2220120" y="1794240"/>
            <a:ext cx="5443920" cy="1157040"/>
          </a:xfrm>
          <a:prstGeom prst="rect">
            <a:avLst/>
          </a:prstGeom>
          <a:noFill/>
          <a:ln>
            <a:noFill/>
          </a:ln>
        </p:spPr>
        <p:style>
          <a:lnRef idx="0"/>
          <a:fillRef idx="0"/>
          <a:effectRef idx="0"/>
          <a:fontRef idx="minor"/>
        </p:style>
        <p:txBody>
          <a:bodyPr lIns="0" rIns="0" tIns="12600" bIns="0">
            <a:noAutofit/>
          </a:bodyPr>
          <a:p>
            <a:pPr marL="12600">
              <a:lnSpc>
                <a:spcPct val="100000"/>
              </a:lnSpc>
              <a:spcBef>
                <a:spcPts val="99"/>
              </a:spcBef>
            </a:pPr>
            <a:r>
              <a:rPr b="1" lang="en-US" sz="4800" spc="-1" strike="noStrike">
                <a:solidFill>
                  <a:srgbClr val="330066"/>
                </a:solidFill>
                <a:latin typeface="Arial"/>
                <a:ea typeface="DejaVu Sans"/>
              </a:rPr>
              <a:t>Web</a:t>
            </a:r>
            <a:r>
              <a:rPr b="1" lang="en-US" sz="4800" spc="-92" strike="noStrike">
                <a:solidFill>
                  <a:srgbClr val="330066"/>
                </a:solidFill>
                <a:latin typeface="Arial"/>
                <a:ea typeface="DejaVu Sans"/>
              </a:rPr>
              <a:t> </a:t>
            </a:r>
            <a:r>
              <a:rPr b="1" lang="en-US" sz="4800" spc="-1" strike="noStrike">
                <a:solidFill>
                  <a:srgbClr val="330066"/>
                </a:solidFill>
                <a:latin typeface="Arial"/>
                <a:ea typeface="DejaVu Sans"/>
              </a:rPr>
              <a:t>Programming</a:t>
            </a:r>
            <a:endParaRPr b="0" lang="en-US" sz="4800" spc="-1" strike="noStrike">
              <a:latin typeface="Arial"/>
            </a:endParaRPr>
          </a:p>
        </p:txBody>
      </p:sp>
      <p:sp>
        <p:nvSpPr>
          <p:cNvPr id="642" name="CustomShape 35"/>
          <p:cNvSpPr/>
          <p:nvPr/>
        </p:nvSpPr>
        <p:spPr>
          <a:xfrm>
            <a:off x="6605280" y="3070800"/>
            <a:ext cx="2780280" cy="500400"/>
          </a:xfrm>
          <a:prstGeom prst="rect">
            <a:avLst/>
          </a:prstGeom>
          <a:noFill/>
          <a:ln>
            <a:noFill/>
          </a:ln>
        </p:spPr>
        <p:style>
          <a:lnRef idx="0"/>
          <a:fillRef idx="0"/>
          <a:effectRef idx="0"/>
          <a:fontRef idx="minor"/>
        </p:style>
        <p:txBody>
          <a:bodyPr lIns="0" rIns="0" tIns="13320" bIns="0">
            <a:spAutoFit/>
          </a:bodyPr>
          <a:p>
            <a:pPr marL="12600">
              <a:lnSpc>
                <a:spcPct val="100000"/>
              </a:lnSpc>
              <a:spcBef>
                <a:spcPts val="105"/>
              </a:spcBef>
            </a:pPr>
            <a:r>
              <a:rPr b="0" lang="en-IN" sz="3200" spc="-1" strike="noStrike">
                <a:solidFill>
                  <a:srgbClr val="000000"/>
                </a:solidFill>
                <a:latin typeface="Arial"/>
                <a:ea typeface="DejaVu Sans"/>
              </a:rPr>
              <a:t>Swapna.c</a:t>
            </a:r>
            <a:endParaRPr b="0" lang="en-US" sz="3200" spc="-1" strike="noStrike">
              <a:latin typeface="Arial"/>
            </a:endParaRPr>
          </a:p>
        </p:txBody>
      </p:sp>
      <p:grpSp>
        <p:nvGrpSpPr>
          <p:cNvPr id="643" name="Group 36"/>
          <p:cNvGrpSpPr/>
          <p:nvPr/>
        </p:nvGrpSpPr>
        <p:grpSpPr>
          <a:xfrm>
            <a:off x="4041720" y="3253680"/>
            <a:ext cx="1719720" cy="1670760"/>
            <a:chOff x="4041720" y="3253680"/>
            <a:chExt cx="1719720" cy="1670760"/>
          </a:xfrm>
        </p:grpSpPr>
        <p:sp>
          <p:nvSpPr>
            <p:cNvPr id="644" name="CustomShape 37"/>
            <p:cNvSpPr/>
            <p:nvPr/>
          </p:nvSpPr>
          <p:spPr>
            <a:xfrm>
              <a:off x="4041720" y="3253680"/>
              <a:ext cx="1719720" cy="1670760"/>
            </a:xfrm>
            <a:custGeom>
              <a:avLst/>
              <a:gdLst/>
              <a:ahLst/>
              <a:rect l="l" t="t" r="r" b="b"/>
              <a:pathLst>
                <a:path w="1720850" h="1671954">
                  <a:moveTo>
                    <a:pt x="1720596" y="0"/>
                  </a:moveTo>
                  <a:lnTo>
                    <a:pt x="0" y="0"/>
                  </a:lnTo>
                  <a:lnTo>
                    <a:pt x="0" y="1671828"/>
                  </a:lnTo>
                  <a:lnTo>
                    <a:pt x="1720596" y="1671828"/>
                  </a:lnTo>
                  <a:lnTo>
                    <a:pt x="1720596" y="1462913"/>
                  </a:lnTo>
                  <a:lnTo>
                    <a:pt x="390143" y="1462913"/>
                  </a:lnTo>
                  <a:lnTo>
                    <a:pt x="390143" y="835914"/>
                  </a:lnTo>
                  <a:lnTo>
                    <a:pt x="233299" y="835914"/>
                  </a:lnTo>
                  <a:lnTo>
                    <a:pt x="860298" y="208914"/>
                  </a:lnTo>
                  <a:lnTo>
                    <a:pt x="1720596" y="208914"/>
                  </a:lnTo>
                  <a:lnTo>
                    <a:pt x="1720596" y="0"/>
                  </a:lnTo>
                  <a:close/>
                  <a:moveTo>
                    <a:pt x="1720596" y="287400"/>
                  </a:moveTo>
                  <a:lnTo>
                    <a:pt x="1252092" y="287400"/>
                  </a:lnTo>
                  <a:lnTo>
                    <a:pt x="1252092" y="600837"/>
                  </a:lnTo>
                  <a:lnTo>
                    <a:pt x="1487297" y="835914"/>
                  </a:lnTo>
                  <a:lnTo>
                    <a:pt x="1330452" y="835914"/>
                  </a:lnTo>
                  <a:lnTo>
                    <a:pt x="1330452" y="1462913"/>
                  </a:lnTo>
                  <a:lnTo>
                    <a:pt x="1720596" y="1462913"/>
                  </a:lnTo>
                  <a:lnTo>
                    <a:pt x="1720596" y="287400"/>
                  </a:lnTo>
                  <a:close/>
                  <a:moveTo>
                    <a:pt x="1720596" y="208914"/>
                  </a:moveTo>
                  <a:lnTo>
                    <a:pt x="860298" y="208914"/>
                  </a:lnTo>
                  <a:lnTo>
                    <a:pt x="1095375" y="444119"/>
                  </a:lnTo>
                  <a:lnTo>
                    <a:pt x="1095375" y="287400"/>
                  </a:lnTo>
                  <a:lnTo>
                    <a:pt x="1720596" y="287400"/>
                  </a:lnTo>
                  <a:lnTo>
                    <a:pt x="1720596" y="208914"/>
                  </a:lnTo>
                  <a:close/>
                </a:path>
              </a:pathLst>
            </a:custGeom>
            <a:solidFill>
              <a:srgbClr val="cccc00"/>
            </a:solidFill>
            <a:ln>
              <a:noFill/>
            </a:ln>
          </p:spPr>
          <p:style>
            <a:lnRef idx="0"/>
            <a:fillRef idx="0"/>
            <a:effectRef idx="0"/>
            <a:fontRef idx="minor"/>
          </p:style>
        </p:sp>
        <p:sp>
          <p:nvSpPr>
            <p:cNvPr id="645" name="CustomShape 38"/>
            <p:cNvSpPr/>
            <p:nvPr/>
          </p:nvSpPr>
          <p:spPr>
            <a:xfrm>
              <a:off x="4431960" y="3541320"/>
              <a:ext cx="939240" cy="1175040"/>
            </a:xfrm>
            <a:custGeom>
              <a:avLst/>
              <a:gdLst/>
              <a:ahLst/>
              <a:rect l="l" t="t" r="r" b="b"/>
              <a:pathLst>
                <a:path w="940435" h="1176020">
                  <a:moveTo>
                    <a:pt x="861949" y="0"/>
                  </a:moveTo>
                  <a:lnTo>
                    <a:pt x="705231" y="0"/>
                  </a:lnTo>
                  <a:lnTo>
                    <a:pt x="705231" y="156718"/>
                  </a:lnTo>
                  <a:lnTo>
                    <a:pt x="861949" y="313436"/>
                  </a:lnTo>
                  <a:lnTo>
                    <a:pt x="861949" y="0"/>
                  </a:lnTo>
                  <a:close/>
                  <a:moveTo>
                    <a:pt x="940308" y="548513"/>
                  </a:moveTo>
                  <a:lnTo>
                    <a:pt x="0" y="548513"/>
                  </a:lnTo>
                  <a:lnTo>
                    <a:pt x="0" y="1175512"/>
                  </a:lnTo>
                  <a:lnTo>
                    <a:pt x="391795" y="1175512"/>
                  </a:lnTo>
                  <a:lnTo>
                    <a:pt x="391795" y="861949"/>
                  </a:lnTo>
                  <a:lnTo>
                    <a:pt x="940308" y="861949"/>
                  </a:lnTo>
                  <a:lnTo>
                    <a:pt x="940308" y="548513"/>
                  </a:lnTo>
                  <a:close/>
                  <a:moveTo>
                    <a:pt x="940308" y="861949"/>
                  </a:moveTo>
                  <a:lnTo>
                    <a:pt x="548513" y="861949"/>
                  </a:lnTo>
                  <a:lnTo>
                    <a:pt x="548513" y="1175512"/>
                  </a:lnTo>
                  <a:lnTo>
                    <a:pt x="940308" y="1175512"/>
                  </a:lnTo>
                  <a:lnTo>
                    <a:pt x="940308" y="861949"/>
                  </a:lnTo>
                  <a:close/>
                </a:path>
              </a:pathLst>
            </a:custGeom>
            <a:solidFill>
              <a:srgbClr val="a3a300"/>
            </a:solidFill>
            <a:ln>
              <a:noFill/>
            </a:ln>
          </p:spPr>
          <p:style>
            <a:lnRef idx="0"/>
            <a:fillRef idx="0"/>
            <a:effectRef idx="0"/>
            <a:fontRef idx="minor"/>
          </p:style>
        </p:sp>
        <p:sp>
          <p:nvSpPr>
            <p:cNvPr id="646" name="CustomShape 39"/>
            <p:cNvSpPr/>
            <p:nvPr/>
          </p:nvSpPr>
          <p:spPr>
            <a:xfrm>
              <a:off x="4275000" y="3462480"/>
              <a:ext cx="1253160" cy="1253160"/>
            </a:xfrm>
            <a:custGeom>
              <a:avLst/>
              <a:gdLst/>
              <a:ahLst/>
              <a:rect l="l" t="t" r="r" b="b"/>
              <a:pathLst>
                <a:path w="1254125" h="1254125">
                  <a:moveTo>
                    <a:pt x="626999" y="0"/>
                  </a:moveTo>
                  <a:lnTo>
                    <a:pt x="0" y="626999"/>
                  </a:lnTo>
                  <a:lnTo>
                    <a:pt x="1253998" y="626999"/>
                  </a:lnTo>
                  <a:lnTo>
                    <a:pt x="626999" y="0"/>
                  </a:lnTo>
                  <a:close/>
                  <a:moveTo>
                    <a:pt x="705357" y="940435"/>
                  </a:moveTo>
                  <a:lnTo>
                    <a:pt x="548639" y="940435"/>
                  </a:lnTo>
                  <a:lnTo>
                    <a:pt x="548639" y="1253998"/>
                  </a:lnTo>
                  <a:lnTo>
                    <a:pt x="705357" y="1253998"/>
                  </a:lnTo>
                  <a:lnTo>
                    <a:pt x="705357" y="940435"/>
                  </a:lnTo>
                  <a:close/>
                </a:path>
              </a:pathLst>
            </a:custGeom>
            <a:solidFill>
              <a:srgbClr val="797900"/>
            </a:solidFill>
            <a:ln>
              <a:noFill/>
            </a:ln>
          </p:spPr>
          <p:style>
            <a:lnRef idx="0"/>
            <a:fillRef idx="0"/>
            <a:effectRef idx="0"/>
            <a:fontRef idx="minor"/>
          </p:style>
        </p:sp>
        <p:sp>
          <p:nvSpPr>
            <p:cNvPr id="647" name="CustomShape 40"/>
            <p:cNvSpPr/>
            <p:nvPr/>
          </p:nvSpPr>
          <p:spPr>
            <a:xfrm>
              <a:off x="4041720" y="3253680"/>
              <a:ext cx="1719720" cy="1670760"/>
            </a:xfrm>
            <a:custGeom>
              <a:avLst/>
              <a:gdLst/>
              <a:ahLst/>
              <a:rect l="l" t="t" r="r" b="b"/>
              <a:pathLst>
                <a:path w="1720850" h="1671954">
                  <a:moveTo>
                    <a:pt x="860298" y="208914"/>
                  </a:moveTo>
                  <a:lnTo>
                    <a:pt x="1095375" y="444118"/>
                  </a:lnTo>
                  <a:lnTo>
                    <a:pt x="1095375" y="287400"/>
                  </a:lnTo>
                  <a:lnTo>
                    <a:pt x="1252092" y="287400"/>
                  </a:lnTo>
                  <a:lnTo>
                    <a:pt x="1252092" y="600836"/>
                  </a:lnTo>
                  <a:lnTo>
                    <a:pt x="1487297" y="835913"/>
                  </a:lnTo>
                  <a:lnTo>
                    <a:pt x="1330452" y="835913"/>
                  </a:lnTo>
                  <a:lnTo>
                    <a:pt x="1330452" y="1462912"/>
                  </a:lnTo>
                  <a:lnTo>
                    <a:pt x="390143" y="1462912"/>
                  </a:lnTo>
                  <a:lnTo>
                    <a:pt x="390143" y="835913"/>
                  </a:lnTo>
                  <a:lnTo>
                    <a:pt x="233299" y="835913"/>
                  </a:lnTo>
                  <a:lnTo>
                    <a:pt x="860298" y="208914"/>
                  </a:lnTo>
                  <a:close/>
                  <a:moveTo>
                    <a:pt x="1095375" y="444118"/>
                  </a:moveTo>
                  <a:lnTo>
                    <a:pt x="1252092" y="600836"/>
                  </a:lnTo>
                  <a:moveTo>
                    <a:pt x="1330452" y="835913"/>
                  </a:moveTo>
                  <a:lnTo>
                    <a:pt x="390143" y="835913"/>
                  </a:lnTo>
                  <a:moveTo>
                    <a:pt x="781938" y="1462912"/>
                  </a:moveTo>
                  <a:lnTo>
                    <a:pt x="781938" y="1149349"/>
                  </a:lnTo>
                  <a:lnTo>
                    <a:pt x="938656" y="1149349"/>
                  </a:lnTo>
                  <a:lnTo>
                    <a:pt x="938656" y="1462912"/>
                  </a:lnTo>
                  <a:moveTo>
                    <a:pt x="0" y="1671827"/>
                  </a:moveTo>
                  <a:lnTo>
                    <a:pt x="1720596" y="1671827"/>
                  </a:lnTo>
                  <a:lnTo>
                    <a:pt x="1720596" y="0"/>
                  </a:lnTo>
                  <a:lnTo>
                    <a:pt x="0" y="0"/>
                  </a:lnTo>
                  <a:lnTo>
                    <a:pt x="0" y="1671827"/>
                  </a:lnTo>
                  <a:close/>
                </a:path>
              </a:pathLst>
            </a:custGeom>
            <a:noFill/>
            <a:ln w="9360">
              <a:solidFill>
                <a:srgbClr val="000000"/>
              </a:solidFill>
              <a:round/>
            </a:ln>
          </p:spPr>
          <p:style>
            <a:lnRef idx="0"/>
            <a:fillRef idx="0"/>
            <a:effectRef idx="0"/>
            <a:fontRef idx="minor"/>
          </p:style>
        </p:sp>
      </p:grpSp>
      <p:sp>
        <p:nvSpPr>
          <p:cNvPr id="648" name="CustomShape 41"/>
          <p:cNvSpPr/>
          <p:nvPr/>
        </p:nvSpPr>
        <p:spPr>
          <a:xfrm>
            <a:off x="11313000" y="6291720"/>
            <a:ext cx="228240" cy="3976920"/>
          </a:xfrm>
          <a:prstGeom prst="rect">
            <a:avLst/>
          </a:prstGeom>
          <a:noFill/>
          <a:ln>
            <a:noFill/>
          </a:ln>
        </p:spPr>
        <p:style>
          <a:lnRef idx="0"/>
          <a:fillRef idx="0"/>
          <a:effectRef idx="0"/>
          <a:fontRef idx="minor"/>
        </p:style>
        <p:txBody>
          <a:bodyPr lIns="0" rIns="0" tIns="0" bIns="0">
            <a:noAutofit/>
          </a:bodyPr>
          <a:p>
            <a:pPr marL="38160">
              <a:lnSpc>
                <a:spcPct val="100000"/>
              </a:lnSpc>
            </a:pPr>
            <a:fld id="{2D12C028-56A6-49B9-AC65-54655EBE973A}" type="slidenum">
              <a:rPr b="0" lang="en-US" sz="1000" spc="-7" strike="noStrike">
                <a:solidFill>
                  <a:srgbClr val="000000"/>
                </a:solidFill>
                <a:latin typeface="Arial"/>
                <a:ea typeface="DejaVu Sans"/>
              </a:rPr>
              <a:t>&lt;number&gt;</a:t>
            </a:fld>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9" name="" descr=""/>
          <p:cNvPicPr/>
          <p:nvPr/>
        </p:nvPicPr>
        <p:blipFill>
          <a:blip r:embed="rId1"/>
          <a:stretch/>
        </p:blipFill>
        <p:spPr>
          <a:xfrm>
            <a:off x="430920" y="365760"/>
            <a:ext cx="9078480" cy="6063480"/>
          </a:xfrm>
          <a:prstGeom prst="rect">
            <a:avLst/>
          </a:prstGeom>
          <a:ln>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1588</TotalTime>
  <Application>LibreOffice/6.4.7.2$Linux_X86_64 LibreOffice_project/40$Build-2</Application>
  <Words>2497</Words>
  <Paragraphs>336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2021-11-30T16:01:36Z</dcterms:created>
  <dc:creator>ANSHI</dc:creator>
  <dc:description/>
  <dc:language>en-US</dc:language>
  <cp:lastModifiedBy/>
  <dcterms:modified xsi:type="dcterms:W3CDTF">2025-10-30T16:14:19Z</dcterms:modified>
  <cp:revision>24</cp:revision>
  <dc:subject/>
  <dc:title>Sorting Algorithms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Created">
    <vt:filetime>2021-01-18T00:00:00Z</vt:filetime>
  </property>
  <property fmtid="{D5CDD505-2E9C-101B-9397-08002B2CF9AE}" pid="4" name="Creator">
    <vt:lpwstr>Microsoft® PowerPoint® 2016</vt:lpwstr>
  </property>
  <property fmtid="{D5CDD505-2E9C-101B-9397-08002B2CF9AE}" pid="5" name="HiddenSlides">
    <vt:i4>0</vt:i4>
  </property>
  <property fmtid="{D5CDD505-2E9C-101B-9397-08002B2CF9AE}" pid="6" name="HyperlinksChanged">
    <vt:bool>0</vt:bool>
  </property>
  <property fmtid="{D5CDD505-2E9C-101B-9397-08002B2CF9AE}" pid="7" name="LastSaved">
    <vt:filetime>2021-11-30T00:00:00Z</vt:filetime>
  </property>
  <property fmtid="{D5CDD505-2E9C-101B-9397-08002B2CF9AE}" pid="8" name="LinksUpToDate">
    <vt:bool>0</vt:bool>
  </property>
  <property fmtid="{D5CDD505-2E9C-101B-9397-08002B2CF9AE}" pid="9" name="MMClips">
    <vt:i4>0</vt:i4>
  </property>
  <property fmtid="{D5CDD505-2E9C-101B-9397-08002B2CF9AE}" pid="10" name="Notes">
    <vt:i4>2</vt:i4>
  </property>
  <property fmtid="{D5CDD505-2E9C-101B-9397-08002B2CF9AE}" pid="11" name="PresentationFormat">
    <vt:lpwstr>Custom</vt:lpwstr>
  </property>
  <property fmtid="{D5CDD505-2E9C-101B-9397-08002B2CF9AE}" pid="12" name="ScaleCrop">
    <vt:bool>0</vt:bool>
  </property>
  <property fmtid="{D5CDD505-2E9C-101B-9397-08002B2CF9AE}" pid="13" name="ShareDoc">
    <vt:bool>0</vt:bool>
  </property>
  <property fmtid="{D5CDD505-2E9C-101B-9397-08002B2CF9AE}" pid="14" name="Slides">
    <vt:i4>65</vt:i4>
  </property>
</Properties>
</file>